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0045700" cy="7772400"/>
  <p:notesSz cx="10045700" cy="7772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191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3903" y="2409444"/>
            <a:ext cx="8544243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7807" y="4352544"/>
            <a:ext cx="7036435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602" y="1787652"/>
            <a:ext cx="4372642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76805" y="1787652"/>
            <a:ext cx="4372642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06759" y="579910"/>
            <a:ext cx="1644014" cy="694690"/>
          </a:xfrm>
          <a:custGeom>
            <a:avLst/>
            <a:gdLst/>
            <a:ahLst/>
            <a:cxnLst/>
            <a:rect l="l" t="t" r="r" b="b"/>
            <a:pathLst>
              <a:path w="1644014" h="694690">
                <a:moveTo>
                  <a:pt x="1643841" y="694066"/>
                </a:moveTo>
                <a:lnTo>
                  <a:pt x="0" y="694066"/>
                </a:lnTo>
                <a:lnTo>
                  <a:pt x="0" y="0"/>
                </a:lnTo>
                <a:lnTo>
                  <a:pt x="1643841" y="0"/>
                </a:lnTo>
                <a:lnTo>
                  <a:pt x="1643841" y="694066"/>
                </a:lnTo>
                <a:close/>
              </a:path>
            </a:pathLst>
          </a:custGeom>
          <a:solidFill>
            <a:srgbClr val="00B0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06759" y="1273977"/>
            <a:ext cx="1644014" cy="5904865"/>
          </a:xfrm>
          <a:custGeom>
            <a:avLst/>
            <a:gdLst/>
            <a:ahLst/>
            <a:cxnLst/>
            <a:rect l="l" t="t" r="r" b="b"/>
            <a:pathLst>
              <a:path w="1644014" h="5904865">
                <a:moveTo>
                  <a:pt x="1643841" y="5904588"/>
                </a:moveTo>
                <a:lnTo>
                  <a:pt x="0" y="5904588"/>
                </a:lnTo>
                <a:lnTo>
                  <a:pt x="0" y="0"/>
                </a:lnTo>
                <a:lnTo>
                  <a:pt x="1643841" y="0"/>
                </a:lnTo>
                <a:lnTo>
                  <a:pt x="1643841" y="5904588"/>
                </a:lnTo>
                <a:close/>
              </a:path>
            </a:pathLst>
          </a:custGeom>
          <a:solidFill>
            <a:srgbClr val="F0F4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602" y="310896"/>
            <a:ext cx="9046845" cy="1243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602" y="1787652"/>
            <a:ext cx="9046845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7697" y="7228332"/>
            <a:ext cx="3216656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602" y="7228332"/>
            <a:ext cx="2311971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37476" y="7228332"/>
            <a:ext cx="2311971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object 13">
            <a:extLst>
              <a:ext uri="{FF2B5EF4-FFF2-40B4-BE49-F238E27FC236}">
                <a16:creationId xmlns:a16="http://schemas.microsoft.com/office/drawing/2014/main" id="{21F421A8-8812-80DF-A803-D72A37AF6D64}"/>
              </a:ext>
            </a:extLst>
          </p:cNvPr>
          <p:cNvSpPr/>
          <p:nvPr/>
        </p:nvSpPr>
        <p:spPr>
          <a:xfrm>
            <a:off x="223529" y="1338903"/>
            <a:ext cx="1644650" cy="5904865"/>
          </a:xfrm>
          <a:custGeom>
            <a:avLst/>
            <a:gdLst/>
            <a:ahLst/>
            <a:cxnLst/>
            <a:rect l="l" t="t" r="r" b="b"/>
            <a:pathLst>
              <a:path w="1644650" h="5904865">
                <a:moveTo>
                  <a:pt x="1644206" y="5904588"/>
                </a:moveTo>
                <a:lnTo>
                  <a:pt x="0" y="5904588"/>
                </a:lnTo>
                <a:lnTo>
                  <a:pt x="0" y="0"/>
                </a:lnTo>
                <a:lnTo>
                  <a:pt x="1644206" y="0"/>
                </a:lnTo>
                <a:lnTo>
                  <a:pt x="1644206" y="5904588"/>
                </a:lnTo>
                <a:close/>
              </a:path>
            </a:pathLst>
          </a:custGeom>
          <a:solidFill>
            <a:srgbClr val="F0F4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/>
          <p:nvPr/>
        </p:nvSpPr>
        <p:spPr>
          <a:xfrm>
            <a:off x="223529" y="577492"/>
            <a:ext cx="1630672" cy="74892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vert="horz" wrap="square" lIns="0" tIns="1524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120"/>
              </a:spcBef>
            </a:pPr>
            <a:r>
              <a:rPr sz="1200" b="1" spc="1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S</a:t>
            </a:r>
            <a:endParaRPr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lang="ru-RU" sz="1200" b="1" spc="-5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ПОСТАВЩИКИ</a:t>
            </a:r>
          </a:p>
          <a:p>
            <a:pPr algn="ctr">
              <a:lnSpc>
                <a:spcPct val="100000"/>
              </a:lnSpc>
              <a:spcBef>
                <a:spcPts val="650"/>
              </a:spcBef>
            </a:pPr>
            <a:endParaRPr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63578" y="2835551"/>
            <a:ext cx="1226520" cy="566420"/>
            <a:chOff x="757918" y="2835551"/>
            <a:chExt cx="932180" cy="56642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" name="object 4"/>
            <p:cNvSpPr/>
            <p:nvPr/>
          </p:nvSpPr>
          <p:spPr>
            <a:xfrm>
              <a:off x="767126" y="2844759"/>
              <a:ext cx="913765" cy="548005"/>
            </a:xfrm>
            <a:custGeom>
              <a:avLst/>
              <a:gdLst/>
              <a:ahLst/>
              <a:cxnLst/>
              <a:rect l="l" t="t" r="r" b="b"/>
              <a:pathLst>
                <a:path w="913764" h="548004">
                  <a:moveTo>
                    <a:pt x="456622" y="547947"/>
                  </a:moveTo>
                  <a:lnTo>
                    <a:pt x="411865" y="546627"/>
                  </a:lnTo>
                  <a:lnTo>
                    <a:pt x="367539" y="542682"/>
                  </a:lnTo>
                  <a:lnTo>
                    <a:pt x="324072" y="536149"/>
                  </a:lnTo>
                  <a:lnTo>
                    <a:pt x="281880" y="527092"/>
                  </a:lnTo>
                  <a:lnTo>
                    <a:pt x="241372" y="515596"/>
                  </a:lnTo>
                  <a:lnTo>
                    <a:pt x="202936" y="501774"/>
                  </a:lnTo>
                  <a:lnTo>
                    <a:pt x="166944" y="485758"/>
                  </a:lnTo>
                  <a:lnTo>
                    <a:pt x="125912" y="462888"/>
                  </a:lnTo>
                  <a:lnTo>
                    <a:pt x="89859" y="437179"/>
                  </a:lnTo>
                  <a:lnTo>
                    <a:pt x="59322" y="409016"/>
                  </a:lnTo>
                  <a:lnTo>
                    <a:pt x="34758" y="378818"/>
                  </a:lnTo>
                  <a:lnTo>
                    <a:pt x="13684" y="340543"/>
                  </a:lnTo>
                  <a:lnTo>
                    <a:pt x="2198" y="300827"/>
                  </a:lnTo>
                  <a:lnTo>
                    <a:pt x="0" y="273973"/>
                  </a:lnTo>
                  <a:lnTo>
                    <a:pt x="137" y="267248"/>
                  </a:lnTo>
                  <a:lnTo>
                    <a:pt x="6721" y="227136"/>
                  </a:lnTo>
                  <a:lnTo>
                    <a:pt x="23047" y="188030"/>
                  </a:lnTo>
                  <a:lnTo>
                    <a:pt x="48754" y="150793"/>
                  </a:lnTo>
                  <a:lnTo>
                    <a:pt x="76954" y="121762"/>
                  </a:lnTo>
                  <a:lnTo>
                    <a:pt x="110866" y="95019"/>
                  </a:lnTo>
                  <a:lnTo>
                    <a:pt x="149973" y="70972"/>
                  </a:lnTo>
                  <a:lnTo>
                    <a:pt x="184612" y="53915"/>
                  </a:lnTo>
                  <a:lnTo>
                    <a:pt x="221871" y="38978"/>
                  </a:lnTo>
                  <a:lnTo>
                    <a:pt x="261391" y="26304"/>
                  </a:lnTo>
                  <a:lnTo>
                    <a:pt x="302790" y="16015"/>
                  </a:lnTo>
                  <a:lnTo>
                    <a:pt x="345672" y="8210"/>
                  </a:lnTo>
                  <a:lnTo>
                    <a:pt x="389622" y="2965"/>
                  </a:lnTo>
                  <a:lnTo>
                    <a:pt x="434217" y="329"/>
                  </a:lnTo>
                  <a:lnTo>
                    <a:pt x="456622" y="0"/>
                  </a:lnTo>
                  <a:lnTo>
                    <a:pt x="479028" y="329"/>
                  </a:lnTo>
                  <a:lnTo>
                    <a:pt x="523623" y="2965"/>
                  </a:lnTo>
                  <a:lnTo>
                    <a:pt x="567573" y="8210"/>
                  </a:lnTo>
                  <a:lnTo>
                    <a:pt x="610454" y="16015"/>
                  </a:lnTo>
                  <a:lnTo>
                    <a:pt x="651854" y="26304"/>
                  </a:lnTo>
                  <a:lnTo>
                    <a:pt x="691373" y="38978"/>
                  </a:lnTo>
                  <a:lnTo>
                    <a:pt x="728632" y="53915"/>
                  </a:lnTo>
                  <a:lnTo>
                    <a:pt x="763272" y="70972"/>
                  </a:lnTo>
                  <a:lnTo>
                    <a:pt x="802379" y="95019"/>
                  </a:lnTo>
                  <a:lnTo>
                    <a:pt x="836290" y="121762"/>
                  </a:lnTo>
                  <a:lnTo>
                    <a:pt x="864490" y="150793"/>
                  </a:lnTo>
                  <a:lnTo>
                    <a:pt x="890197" y="188030"/>
                  </a:lnTo>
                  <a:lnTo>
                    <a:pt x="906523" y="227136"/>
                  </a:lnTo>
                  <a:lnTo>
                    <a:pt x="913108" y="267248"/>
                  </a:lnTo>
                  <a:lnTo>
                    <a:pt x="913245" y="273973"/>
                  </a:lnTo>
                  <a:lnTo>
                    <a:pt x="913107" y="280699"/>
                  </a:lnTo>
                  <a:lnTo>
                    <a:pt x="906523" y="320810"/>
                  </a:lnTo>
                  <a:lnTo>
                    <a:pt x="890197" y="359915"/>
                  </a:lnTo>
                  <a:lnTo>
                    <a:pt x="864490" y="397153"/>
                  </a:lnTo>
                  <a:lnTo>
                    <a:pt x="836290" y="426184"/>
                  </a:lnTo>
                  <a:lnTo>
                    <a:pt x="802379" y="452927"/>
                  </a:lnTo>
                  <a:lnTo>
                    <a:pt x="763272" y="476974"/>
                  </a:lnTo>
                  <a:lnTo>
                    <a:pt x="728632" y="494031"/>
                  </a:lnTo>
                  <a:lnTo>
                    <a:pt x="691373" y="508968"/>
                  </a:lnTo>
                  <a:lnTo>
                    <a:pt x="651854" y="521642"/>
                  </a:lnTo>
                  <a:lnTo>
                    <a:pt x="610454" y="531932"/>
                  </a:lnTo>
                  <a:lnTo>
                    <a:pt x="567573" y="539736"/>
                  </a:lnTo>
                  <a:lnTo>
                    <a:pt x="523623" y="544982"/>
                  </a:lnTo>
                  <a:lnTo>
                    <a:pt x="479028" y="547617"/>
                  </a:lnTo>
                  <a:lnTo>
                    <a:pt x="456622" y="54794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67126" y="2844759"/>
              <a:ext cx="913765" cy="548005"/>
            </a:xfrm>
            <a:custGeom>
              <a:avLst/>
              <a:gdLst/>
              <a:ahLst/>
              <a:cxnLst/>
              <a:rect l="l" t="t" r="r" b="b"/>
              <a:pathLst>
                <a:path w="913764" h="548004">
                  <a:moveTo>
                    <a:pt x="913245" y="273973"/>
                  </a:moveTo>
                  <a:lnTo>
                    <a:pt x="908303" y="314173"/>
                  </a:lnTo>
                  <a:lnTo>
                    <a:pt x="893583" y="353503"/>
                  </a:lnTo>
                  <a:lnTo>
                    <a:pt x="869405" y="391112"/>
                  </a:lnTo>
                  <a:lnTo>
                    <a:pt x="842404" y="420546"/>
                  </a:lnTo>
                  <a:lnTo>
                    <a:pt x="809596" y="447780"/>
                  </a:lnTo>
                  <a:lnTo>
                    <a:pt x="771480" y="472399"/>
                  </a:lnTo>
                  <a:lnTo>
                    <a:pt x="737548" y="489961"/>
                  </a:lnTo>
                  <a:lnTo>
                    <a:pt x="700911" y="505442"/>
                  </a:lnTo>
                  <a:lnTo>
                    <a:pt x="661922" y="518694"/>
                  </a:lnTo>
                  <a:lnTo>
                    <a:pt x="620955" y="529589"/>
                  </a:lnTo>
                  <a:lnTo>
                    <a:pt x="578406" y="538023"/>
                  </a:lnTo>
                  <a:lnTo>
                    <a:pt x="534684" y="543914"/>
                  </a:lnTo>
                  <a:lnTo>
                    <a:pt x="490210" y="547205"/>
                  </a:lnTo>
                  <a:lnTo>
                    <a:pt x="456622" y="547947"/>
                  </a:lnTo>
                  <a:lnTo>
                    <a:pt x="445413" y="547864"/>
                  </a:lnTo>
                  <a:lnTo>
                    <a:pt x="400723" y="545886"/>
                  </a:lnTo>
                  <a:lnTo>
                    <a:pt x="356572" y="541289"/>
                  </a:lnTo>
                  <a:lnTo>
                    <a:pt x="313385" y="534118"/>
                  </a:lnTo>
                  <a:lnTo>
                    <a:pt x="271577" y="524442"/>
                  </a:lnTo>
                  <a:lnTo>
                    <a:pt x="231551" y="512353"/>
                  </a:lnTo>
                  <a:lnTo>
                    <a:pt x="193692" y="497969"/>
                  </a:lnTo>
                  <a:lnTo>
                    <a:pt x="158366" y="481427"/>
                  </a:lnTo>
                  <a:lnTo>
                    <a:pt x="118287" y="457963"/>
                  </a:lnTo>
                  <a:lnTo>
                    <a:pt x="83296" y="431731"/>
                  </a:lnTo>
                  <a:lnTo>
                    <a:pt x="53917" y="403123"/>
                  </a:lnTo>
                  <a:lnTo>
                    <a:pt x="30595" y="372573"/>
                  </a:lnTo>
                  <a:lnTo>
                    <a:pt x="11095" y="334003"/>
                  </a:lnTo>
                  <a:lnTo>
                    <a:pt x="1236" y="294126"/>
                  </a:lnTo>
                  <a:lnTo>
                    <a:pt x="0" y="273973"/>
                  </a:lnTo>
                  <a:lnTo>
                    <a:pt x="137" y="267248"/>
                  </a:lnTo>
                  <a:lnTo>
                    <a:pt x="6721" y="227136"/>
                  </a:lnTo>
                  <a:lnTo>
                    <a:pt x="23047" y="188030"/>
                  </a:lnTo>
                  <a:lnTo>
                    <a:pt x="48754" y="150793"/>
                  </a:lnTo>
                  <a:lnTo>
                    <a:pt x="76954" y="121762"/>
                  </a:lnTo>
                  <a:lnTo>
                    <a:pt x="110866" y="95019"/>
                  </a:lnTo>
                  <a:lnTo>
                    <a:pt x="149973" y="70972"/>
                  </a:lnTo>
                  <a:lnTo>
                    <a:pt x="184612" y="53915"/>
                  </a:lnTo>
                  <a:lnTo>
                    <a:pt x="221871" y="38978"/>
                  </a:lnTo>
                  <a:lnTo>
                    <a:pt x="261391" y="26304"/>
                  </a:lnTo>
                  <a:lnTo>
                    <a:pt x="302790" y="16015"/>
                  </a:lnTo>
                  <a:lnTo>
                    <a:pt x="345672" y="8210"/>
                  </a:lnTo>
                  <a:lnTo>
                    <a:pt x="389622" y="2965"/>
                  </a:lnTo>
                  <a:lnTo>
                    <a:pt x="434217" y="329"/>
                  </a:lnTo>
                  <a:lnTo>
                    <a:pt x="456622" y="0"/>
                  </a:lnTo>
                  <a:lnTo>
                    <a:pt x="467832" y="82"/>
                  </a:lnTo>
                  <a:lnTo>
                    <a:pt x="512521" y="2060"/>
                  </a:lnTo>
                  <a:lnTo>
                    <a:pt x="556672" y="6657"/>
                  </a:lnTo>
                  <a:lnTo>
                    <a:pt x="599860" y="13828"/>
                  </a:lnTo>
                  <a:lnTo>
                    <a:pt x="641668" y="23504"/>
                  </a:lnTo>
                  <a:lnTo>
                    <a:pt x="681694" y="35593"/>
                  </a:lnTo>
                  <a:lnTo>
                    <a:pt x="719552" y="49978"/>
                  </a:lnTo>
                  <a:lnTo>
                    <a:pt x="754879" y="66519"/>
                  </a:lnTo>
                  <a:lnTo>
                    <a:pt x="794958" y="89984"/>
                  </a:lnTo>
                  <a:lnTo>
                    <a:pt x="829948" y="116215"/>
                  </a:lnTo>
                  <a:lnTo>
                    <a:pt x="859328" y="144823"/>
                  </a:lnTo>
                  <a:lnTo>
                    <a:pt x="882649" y="175373"/>
                  </a:lnTo>
                  <a:lnTo>
                    <a:pt x="902149" y="213943"/>
                  </a:lnTo>
                  <a:lnTo>
                    <a:pt x="912008" y="253821"/>
                  </a:lnTo>
                  <a:lnTo>
                    <a:pt x="913245" y="273973"/>
                  </a:lnTo>
                  <a:close/>
                </a:path>
              </a:pathLst>
            </a:custGeom>
            <a:grpFill/>
            <a:ln w="182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75694" y="3037539"/>
            <a:ext cx="1013682" cy="1679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ПОСТАВЩИК</a:t>
            </a:r>
            <a:r>
              <a:rPr sz="10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spc="5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99830" y="5155195"/>
            <a:ext cx="1290268" cy="566420"/>
            <a:chOff x="757918" y="5155195"/>
            <a:chExt cx="932180" cy="566420"/>
          </a:xfrm>
        </p:grpSpPr>
        <p:sp>
          <p:nvSpPr>
            <p:cNvPr id="8" name="object 8"/>
            <p:cNvSpPr/>
            <p:nvPr/>
          </p:nvSpPr>
          <p:spPr>
            <a:xfrm>
              <a:off x="767126" y="5164402"/>
              <a:ext cx="913765" cy="548005"/>
            </a:xfrm>
            <a:custGeom>
              <a:avLst/>
              <a:gdLst/>
              <a:ahLst/>
              <a:cxnLst/>
              <a:rect l="l" t="t" r="r" b="b"/>
              <a:pathLst>
                <a:path w="913764" h="548004">
                  <a:moveTo>
                    <a:pt x="456622" y="547947"/>
                  </a:moveTo>
                  <a:lnTo>
                    <a:pt x="411865" y="546628"/>
                  </a:lnTo>
                  <a:lnTo>
                    <a:pt x="367539" y="542682"/>
                  </a:lnTo>
                  <a:lnTo>
                    <a:pt x="324072" y="536149"/>
                  </a:lnTo>
                  <a:lnTo>
                    <a:pt x="281880" y="527091"/>
                  </a:lnTo>
                  <a:lnTo>
                    <a:pt x="241372" y="515596"/>
                  </a:lnTo>
                  <a:lnTo>
                    <a:pt x="202936" y="501773"/>
                  </a:lnTo>
                  <a:lnTo>
                    <a:pt x="166944" y="485758"/>
                  </a:lnTo>
                  <a:lnTo>
                    <a:pt x="125912" y="462887"/>
                  </a:lnTo>
                  <a:lnTo>
                    <a:pt x="89859" y="437178"/>
                  </a:lnTo>
                  <a:lnTo>
                    <a:pt x="59322" y="409015"/>
                  </a:lnTo>
                  <a:lnTo>
                    <a:pt x="34758" y="378817"/>
                  </a:lnTo>
                  <a:lnTo>
                    <a:pt x="13684" y="340543"/>
                  </a:lnTo>
                  <a:lnTo>
                    <a:pt x="2198" y="300827"/>
                  </a:lnTo>
                  <a:lnTo>
                    <a:pt x="0" y="273973"/>
                  </a:lnTo>
                  <a:lnTo>
                    <a:pt x="137" y="267247"/>
                  </a:lnTo>
                  <a:lnTo>
                    <a:pt x="6721" y="227136"/>
                  </a:lnTo>
                  <a:lnTo>
                    <a:pt x="23047" y="188030"/>
                  </a:lnTo>
                  <a:lnTo>
                    <a:pt x="48754" y="150793"/>
                  </a:lnTo>
                  <a:lnTo>
                    <a:pt x="76954" y="121761"/>
                  </a:lnTo>
                  <a:lnTo>
                    <a:pt x="110866" y="95019"/>
                  </a:lnTo>
                  <a:lnTo>
                    <a:pt x="149973" y="70972"/>
                  </a:lnTo>
                  <a:lnTo>
                    <a:pt x="184612" y="53915"/>
                  </a:lnTo>
                  <a:lnTo>
                    <a:pt x="221871" y="38978"/>
                  </a:lnTo>
                  <a:lnTo>
                    <a:pt x="261391" y="26303"/>
                  </a:lnTo>
                  <a:lnTo>
                    <a:pt x="302790" y="16015"/>
                  </a:lnTo>
                  <a:lnTo>
                    <a:pt x="345672" y="8210"/>
                  </a:lnTo>
                  <a:lnTo>
                    <a:pt x="389622" y="2965"/>
                  </a:lnTo>
                  <a:lnTo>
                    <a:pt x="434217" y="330"/>
                  </a:lnTo>
                  <a:lnTo>
                    <a:pt x="456622" y="0"/>
                  </a:lnTo>
                  <a:lnTo>
                    <a:pt x="479028" y="330"/>
                  </a:lnTo>
                  <a:lnTo>
                    <a:pt x="523623" y="2965"/>
                  </a:lnTo>
                  <a:lnTo>
                    <a:pt x="567573" y="8210"/>
                  </a:lnTo>
                  <a:lnTo>
                    <a:pt x="610454" y="16015"/>
                  </a:lnTo>
                  <a:lnTo>
                    <a:pt x="651854" y="26303"/>
                  </a:lnTo>
                  <a:lnTo>
                    <a:pt x="691373" y="38978"/>
                  </a:lnTo>
                  <a:lnTo>
                    <a:pt x="728632" y="53915"/>
                  </a:lnTo>
                  <a:lnTo>
                    <a:pt x="763272" y="70972"/>
                  </a:lnTo>
                  <a:lnTo>
                    <a:pt x="802379" y="95019"/>
                  </a:lnTo>
                  <a:lnTo>
                    <a:pt x="836290" y="121761"/>
                  </a:lnTo>
                  <a:lnTo>
                    <a:pt x="864490" y="150793"/>
                  </a:lnTo>
                  <a:lnTo>
                    <a:pt x="890197" y="188030"/>
                  </a:lnTo>
                  <a:lnTo>
                    <a:pt x="906523" y="227136"/>
                  </a:lnTo>
                  <a:lnTo>
                    <a:pt x="913108" y="267247"/>
                  </a:lnTo>
                  <a:lnTo>
                    <a:pt x="913245" y="273973"/>
                  </a:lnTo>
                  <a:lnTo>
                    <a:pt x="913107" y="280699"/>
                  </a:lnTo>
                  <a:lnTo>
                    <a:pt x="906523" y="320810"/>
                  </a:lnTo>
                  <a:lnTo>
                    <a:pt x="890197" y="359915"/>
                  </a:lnTo>
                  <a:lnTo>
                    <a:pt x="864490" y="397153"/>
                  </a:lnTo>
                  <a:lnTo>
                    <a:pt x="836290" y="426184"/>
                  </a:lnTo>
                  <a:lnTo>
                    <a:pt x="802379" y="452926"/>
                  </a:lnTo>
                  <a:lnTo>
                    <a:pt x="763272" y="476974"/>
                  </a:lnTo>
                  <a:lnTo>
                    <a:pt x="728632" y="494030"/>
                  </a:lnTo>
                  <a:lnTo>
                    <a:pt x="691373" y="508967"/>
                  </a:lnTo>
                  <a:lnTo>
                    <a:pt x="651854" y="521642"/>
                  </a:lnTo>
                  <a:lnTo>
                    <a:pt x="610454" y="531931"/>
                  </a:lnTo>
                  <a:lnTo>
                    <a:pt x="567573" y="539736"/>
                  </a:lnTo>
                  <a:lnTo>
                    <a:pt x="523623" y="544982"/>
                  </a:lnTo>
                  <a:lnTo>
                    <a:pt x="479028" y="547617"/>
                  </a:lnTo>
                  <a:lnTo>
                    <a:pt x="456622" y="5479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67126" y="5164402"/>
              <a:ext cx="913765" cy="548005"/>
            </a:xfrm>
            <a:custGeom>
              <a:avLst/>
              <a:gdLst/>
              <a:ahLst/>
              <a:cxnLst/>
              <a:rect l="l" t="t" r="r" b="b"/>
              <a:pathLst>
                <a:path w="913764" h="548004">
                  <a:moveTo>
                    <a:pt x="913245" y="273973"/>
                  </a:moveTo>
                  <a:lnTo>
                    <a:pt x="908303" y="314173"/>
                  </a:lnTo>
                  <a:lnTo>
                    <a:pt x="893583" y="353503"/>
                  </a:lnTo>
                  <a:lnTo>
                    <a:pt x="869405" y="391111"/>
                  </a:lnTo>
                  <a:lnTo>
                    <a:pt x="842404" y="420546"/>
                  </a:lnTo>
                  <a:lnTo>
                    <a:pt x="809596" y="447780"/>
                  </a:lnTo>
                  <a:lnTo>
                    <a:pt x="771480" y="472399"/>
                  </a:lnTo>
                  <a:lnTo>
                    <a:pt x="737548" y="489960"/>
                  </a:lnTo>
                  <a:lnTo>
                    <a:pt x="700911" y="505441"/>
                  </a:lnTo>
                  <a:lnTo>
                    <a:pt x="661922" y="518694"/>
                  </a:lnTo>
                  <a:lnTo>
                    <a:pt x="620955" y="529589"/>
                  </a:lnTo>
                  <a:lnTo>
                    <a:pt x="578406" y="538023"/>
                  </a:lnTo>
                  <a:lnTo>
                    <a:pt x="534684" y="543914"/>
                  </a:lnTo>
                  <a:lnTo>
                    <a:pt x="490210" y="547205"/>
                  </a:lnTo>
                  <a:lnTo>
                    <a:pt x="456622" y="547947"/>
                  </a:lnTo>
                  <a:lnTo>
                    <a:pt x="445413" y="547864"/>
                  </a:lnTo>
                  <a:lnTo>
                    <a:pt x="400723" y="545887"/>
                  </a:lnTo>
                  <a:lnTo>
                    <a:pt x="356572" y="541289"/>
                  </a:lnTo>
                  <a:lnTo>
                    <a:pt x="313385" y="534118"/>
                  </a:lnTo>
                  <a:lnTo>
                    <a:pt x="271577" y="524441"/>
                  </a:lnTo>
                  <a:lnTo>
                    <a:pt x="231551" y="512352"/>
                  </a:lnTo>
                  <a:lnTo>
                    <a:pt x="193692" y="497968"/>
                  </a:lnTo>
                  <a:lnTo>
                    <a:pt x="158366" y="481427"/>
                  </a:lnTo>
                  <a:lnTo>
                    <a:pt x="118287" y="457962"/>
                  </a:lnTo>
                  <a:lnTo>
                    <a:pt x="83296" y="431730"/>
                  </a:lnTo>
                  <a:lnTo>
                    <a:pt x="53917" y="403123"/>
                  </a:lnTo>
                  <a:lnTo>
                    <a:pt x="30595" y="372572"/>
                  </a:lnTo>
                  <a:lnTo>
                    <a:pt x="11095" y="334003"/>
                  </a:lnTo>
                  <a:lnTo>
                    <a:pt x="1236" y="294126"/>
                  </a:lnTo>
                  <a:lnTo>
                    <a:pt x="0" y="273973"/>
                  </a:lnTo>
                  <a:lnTo>
                    <a:pt x="137" y="267247"/>
                  </a:lnTo>
                  <a:lnTo>
                    <a:pt x="6721" y="227136"/>
                  </a:lnTo>
                  <a:lnTo>
                    <a:pt x="23047" y="188030"/>
                  </a:lnTo>
                  <a:lnTo>
                    <a:pt x="48754" y="150793"/>
                  </a:lnTo>
                  <a:lnTo>
                    <a:pt x="76954" y="121761"/>
                  </a:lnTo>
                  <a:lnTo>
                    <a:pt x="110866" y="95019"/>
                  </a:lnTo>
                  <a:lnTo>
                    <a:pt x="149973" y="70972"/>
                  </a:lnTo>
                  <a:lnTo>
                    <a:pt x="184612" y="53915"/>
                  </a:lnTo>
                  <a:lnTo>
                    <a:pt x="221871" y="38978"/>
                  </a:lnTo>
                  <a:lnTo>
                    <a:pt x="261391" y="26303"/>
                  </a:lnTo>
                  <a:lnTo>
                    <a:pt x="302790" y="16015"/>
                  </a:lnTo>
                  <a:lnTo>
                    <a:pt x="345672" y="8210"/>
                  </a:lnTo>
                  <a:lnTo>
                    <a:pt x="389622" y="2965"/>
                  </a:lnTo>
                  <a:lnTo>
                    <a:pt x="434217" y="330"/>
                  </a:lnTo>
                  <a:lnTo>
                    <a:pt x="456622" y="0"/>
                  </a:lnTo>
                  <a:lnTo>
                    <a:pt x="467832" y="82"/>
                  </a:lnTo>
                  <a:lnTo>
                    <a:pt x="512521" y="2060"/>
                  </a:lnTo>
                  <a:lnTo>
                    <a:pt x="556672" y="6657"/>
                  </a:lnTo>
                  <a:lnTo>
                    <a:pt x="599860" y="13828"/>
                  </a:lnTo>
                  <a:lnTo>
                    <a:pt x="641668" y="23504"/>
                  </a:lnTo>
                  <a:lnTo>
                    <a:pt x="681694" y="35593"/>
                  </a:lnTo>
                  <a:lnTo>
                    <a:pt x="719552" y="49977"/>
                  </a:lnTo>
                  <a:lnTo>
                    <a:pt x="754879" y="66519"/>
                  </a:lnTo>
                  <a:lnTo>
                    <a:pt x="794958" y="89983"/>
                  </a:lnTo>
                  <a:lnTo>
                    <a:pt x="829948" y="116215"/>
                  </a:lnTo>
                  <a:lnTo>
                    <a:pt x="859328" y="144823"/>
                  </a:lnTo>
                  <a:lnTo>
                    <a:pt x="882649" y="175373"/>
                  </a:lnTo>
                  <a:lnTo>
                    <a:pt x="902149" y="213942"/>
                  </a:lnTo>
                  <a:lnTo>
                    <a:pt x="912008" y="253820"/>
                  </a:lnTo>
                  <a:lnTo>
                    <a:pt x="913245" y="273973"/>
                  </a:lnTo>
                  <a:close/>
                </a:path>
              </a:pathLst>
            </a:custGeom>
            <a:ln w="182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75694" y="5357183"/>
            <a:ext cx="1013682" cy="1679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ПОСТАВЩИК</a:t>
            </a:r>
            <a:r>
              <a:rPr sz="10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spc="5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05579" y="579910"/>
            <a:ext cx="1644650" cy="6598920"/>
            <a:chOff x="2305579" y="579910"/>
            <a:chExt cx="1644650" cy="6598920"/>
          </a:xfrm>
        </p:grpSpPr>
        <p:sp>
          <p:nvSpPr>
            <p:cNvPr id="12" name="object 12"/>
            <p:cNvSpPr/>
            <p:nvPr/>
          </p:nvSpPr>
          <p:spPr>
            <a:xfrm>
              <a:off x="2305579" y="579910"/>
              <a:ext cx="1644650" cy="694690"/>
            </a:xfrm>
            <a:custGeom>
              <a:avLst/>
              <a:gdLst/>
              <a:ahLst/>
              <a:cxnLst/>
              <a:rect l="l" t="t" r="r" b="b"/>
              <a:pathLst>
                <a:path w="1644650" h="694690">
                  <a:moveTo>
                    <a:pt x="1644206" y="694066"/>
                  </a:moveTo>
                  <a:lnTo>
                    <a:pt x="0" y="694066"/>
                  </a:lnTo>
                  <a:lnTo>
                    <a:pt x="0" y="0"/>
                  </a:lnTo>
                  <a:lnTo>
                    <a:pt x="1644206" y="0"/>
                  </a:lnTo>
                  <a:lnTo>
                    <a:pt x="1644206" y="694066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05579" y="1273977"/>
              <a:ext cx="1644650" cy="5904865"/>
            </a:xfrm>
            <a:custGeom>
              <a:avLst/>
              <a:gdLst/>
              <a:ahLst/>
              <a:cxnLst/>
              <a:rect l="l" t="t" r="r" b="b"/>
              <a:pathLst>
                <a:path w="1644650" h="5904865">
                  <a:moveTo>
                    <a:pt x="1644206" y="5904588"/>
                  </a:moveTo>
                  <a:lnTo>
                    <a:pt x="0" y="5904588"/>
                  </a:lnTo>
                  <a:lnTo>
                    <a:pt x="0" y="0"/>
                  </a:lnTo>
                  <a:lnTo>
                    <a:pt x="1644206" y="0"/>
                  </a:lnTo>
                  <a:lnTo>
                    <a:pt x="1644206" y="5904588"/>
                  </a:lnTo>
                  <a:close/>
                </a:path>
              </a:pathLst>
            </a:custGeom>
            <a:solidFill>
              <a:srgbClr val="F0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736851" y="644836"/>
            <a:ext cx="762000" cy="47448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120"/>
              </a:spcBef>
            </a:pPr>
            <a:r>
              <a:rPr sz="1200" b="1" spc="5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I</a:t>
            </a:r>
            <a:endParaRPr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lang="ru-RU" sz="1200" b="1" spc="-15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ВХОДЫ</a:t>
            </a:r>
            <a:endParaRPr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541955" y="2287604"/>
            <a:ext cx="1162685" cy="566420"/>
            <a:chOff x="2541955" y="2287604"/>
            <a:chExt cx="1162685" cy="56642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6" name="object 16"/>
            <p:cNvSpPr/>
            <p:nvPr/>
          </p:nvSpPr>
          <p:spPr>
            <a:xfrm>
              <a:off x="2551162" y="2296812"/>
              <a:ext cx="1144270" cy="548005"/>
            </a:xfrm>
            <a:custGeom>
              <a:avLst/>
              <a:gdLst/>
              <a:ahLst/>
              <a:cxnLst/>
              <a:rect l="l" t="t" r="r" b="b"/>
              <a:pathLst>
                <a:path w="1144270" h="548005">
                  <a:moveTo>
                    <a:pt x="835242" y="547947"/>
                  </a:moveTo>
                  <a:lnTo>
                    <a:pt x="436428" y="547947"/>
                  </a:lnTo>
                  <a:lnTo>
                    <a:pt x="37705" y="547947"/>
                  </a:lnTo>
                  <a:lnTo>
                    <a:pt x="15251" y="544876"/>
                  </a:lnTo>
                  <a:lnTo>
                    <a:pt x="2682" y="535664"/>
                  </a:lnTo>
                  <a:lnTo>
                    <a:pt x="0" y="520310"/>
                  </a:lnTo>
                  <a:lnTo>
                    <a:pt x="7203" y="498814"/>
                  </a:lnTo>
                  <a:lnTo>
                    <a:pt x="229578" y="49132"/>
                  </a:lnTo>
                  <a:lnTo>
                    <a:pt x="261496" y="12283"/>
                  </a:lnTo>
                  <a:lnTo>
                    <a:pt x="308665" y="0"/>
                  </a:lnTo>
                  <a:lnTo>
                    <a:pt x="1106202" y="0"/>
                  </a:lnTo>
                  <a:lnTo>
                    <a:pt x="1128657" y="3070"/>
                  </a:lnTo>
                  <a:lnTo>
                    <a:pt x="1141225" y="12283"/>
                  </a:lnTo>
                  <a:lnTo>
                    <a:pt x="1143908" y="27637"/>
                  </a:lnTo>
                  <a:lnTo>
                    <a:pt x="1136705" y="49132"/>
                  </a:lnTo>
                  <a:lnTo>
                    <a:pt x="914329" y="498814"/>
                  </a:lnTo>
                  <a:lnTo>
                    <a:pt x="900277" y="520310"/>
                  </a:lnTo>
                  <a:lnTo>
                    <a:pt x="882411" y="535664"/>
                  </a:lnTo>
                  <a:lnTo>
                    <a:pt x="860733" y="544876"/>
                  </a:lnTo>
                  <a:lnTo>
                    <a:pt x="835242" y="54794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2551162" y="2296812"/>
              <a:ext cx="1144270" cy="548005"/>
            </a:xfrm>
            <a:custGeom>
              <a:avLst/>
              <a:gdLst/>
              <a:ahLst/>
              <a:cxnLst/>
              <a:rect l="l" t="t" r="r" b="b"/>
              <a:pathLst>
                <a:path w="1144270" h="548005">
                  <a:moveTo>
                    <a:pt x="436428" y="547947"/>
                  </a:moveTo>
                  <a:lnTo>
                    <a:pt x="37705" y="547947"/>
                  </a:lnTo>
                  <a:lnTo>
                    <a:pt x="15251" y="544876"/>
                  </a:lnTo>
                  <a:lnTo>
                    <a:pt x="2682" y="535664"/>
                  </a:lnTo>
                  <a:lnTo>
                    <a:pt x="0" y="520310"/>
                  </a:lnTo>
                  <a:lnTo>
                    <a:pt x="7203" y="498814"/>
                  </a:lnTo>
                  <a:lnTo>
                    <a:pt x="229578" y="49132"/>
                  </a:lnTo>
                  <a:lnTo>
                    <a:pt x="261496" y="12283"/>
                  </a:lnTo>
                  <a:lnTo>
                    <a:pt x="308665" y="0"/>
                  </a:lnTo>
                  <a:lnTo>
                    <a:pt x="1106202" y="0"/>
                  </a:lnTo>
                  <a:lnTo>
                    <a:pt x="1128657" y="3070"/>
                  </a:lnTo>
                  <a:lnTo>
                    <a:pt x="1141225" y="12283"/>
                  </a:lnTo>
                  <a:lnTo>
                    <a:pt x="1143908" y="27637"/>
                  </a:lnTo>
                  <a:lnTo>
                    <a:pt x="1136705" y="49132"/>
                  </a:lnTo>
                  <a:lnTo>
                    <a:pt x="914329" y="498814"/>
                  </a:lnTo>
                  <a:lnTo>
                    <a:pt x="882411" y="535664"/>
                  </a:lnTo>
                  <a:lnTo>
                    <a:pt x="835242" y="547947"/>
                  </a:lnTo>
                  <a:lnTo>
                    <a:pt x="436428" y="547947"/>
                  </a:lnTo>
                  <a:close/>
                </a:path>
              </a:pathLst>
            </a:custGeom>
            <a:grpFill/>
            <a:ln w="182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941648" y="2891420"/>
            <a:ext cx="709602" cy="32188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ru-RU" sz="1000" spc="25" dirty="0">
                <a:latin typeface="Arial" panose="020B0604020202020204" pitchFamily="34" charset="0"/>
                <a:cs typeface="Arial" panose="020B0604020202020204" pitchFamily="34" charset="0"/>
              </a:rPr>
              <a:t>ВХОД</a:t>
            </a:r>
            <a:r>
              <a:rPr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spc="5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br>
              <a:rPr lang="ru-RU" sz="1000" spc="5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000" spc="5" dirty="0">
                <a:latin typeface="Arial" panose="020B0604020202020204" pitchFamily="34" charset="0"/>
                <a:cs typeface="Arial" panose="020B0604020202020204" pitchFamily="34" charset="0"/>
              </a:rPr>
              <a:t>ГЛАВНЫЙ</a:t>
            </a:r>
            <a:endParaRPr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541955" y="3333270"/>
            <a:ext cx="1162685" cy="566420"/>
            <a:chOff x="2541955" y="3333270"/>
            <a:chExt cx="1162685" cy="566420"/>
          </a:xfrm>
        </p:grpSpPr>
        <p:sp>
          <p:nvSpPr>
            <p:cNvPr id="20" name="object 20"/>
            <p:cNvSpPr/>
            <p:nvPr/>
          </p:nvSpPr>
          <p:spPr>
            <a:xfrm>
              <a:off x="2551162" y="3342478"/>
              <a:ext cx="1144270" cy="548005"/>
            </a:xfrm>
            <a:custGeom>
              <a:avLst/>
              <a:gdLst/>
              <a:ahLst/>
              <a:cxnLst/>
              <a:rect l="l" t="t" r="r" b="b"/>
              <a:pathLst>
                <a:path w="1144270" h="548004">
                  <a:moveTo>
                    <a:pt x="835242" y="547947"/>
                  </a:moveTo>
                  <a:lnTo>
                    <a:pt x="436428" y="547947"/>
                  </a:lnTo>
                  <a:lnTo>
                    <a:pt x="37705" y="547947"/>
                  </a:lnTo>
                  <a:lnTo>
                    <a:pt x="15251" y="544876"/>
                  </a:lnTo>
                  <a:lnTo>
                    <a:pt x="2682" y="535664"/>
                  </a:lnTo>
                  <a:lnTo>
                    <a:pt x="0" y="520310"/>
                  </a:lnTo>
                  <a:lnTo>
                    <a:pt x="7203" y="498814"/>
                  </a:lnTo>
                  <a:lnTo>
                    <a:pt x="229578" y="49132"/>
                  </a:lnTo>
                  <a:lnTo>
                    <a:pt x="261496" y="12283"/>
                  </a:lnTo>
                  <a:lnTo>
                    <a:pt x="308665" y="0"/>
                  </a:lnTo>
                  <a:lnTo>
                    <a:pt x="1106202" y="0"/>
                  </a:lnTo>
                  <a:lnTo>
                    <a:pt x="1128657" y="3070"/>
                  </a:lnTo>
                  <a:lnTo>
                    <a:pt x="1141225" y="12283"/>
                  </a:lnTo>
                  <a:lnTo>
                    <a:pt x="1143908" y="27637"/>
                  </a:lnTo>
                  <a:lnTo>
                    <a:pt x="1136705" y="49132"/>
                  </a:lnTo>
                  <a:lnTo>
                    <a:pt x="914329" y="498814"/>
                  </a:lnTo>
                  <a:lnTo>
                    <a:pt x="882411" y="535664"/>
                  </a:lnTo>
                  <a:lnTo>
                    <a:pt x="835242" y="5479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2551162" y="3342478"/>
              <a:ext cx="1144270" cy="548005"/>
            </a:xfrm>
            <a:custGeom>
              <a:avLst/>
              <a:gdLst/>
              <a:ahLst/>
              <a:cxnLst/>
              <a:rect l="l" t="t" r="r" b="b"/>
              <a:pathLst>
                <a:path w="1144270" h="548004">
                  <a:moveTo>
                    <a:pt x="436428" y="547947"/>
                  </a:moveTo>
                  <a:lnTo>
                    <a:pt x="37705" y="547947"/>
                  </a:lnTo>
                  <a:lnTo>
                    <a:pt x="15251" y="544876"/>
                  </a:lnTo>
                  <a:lnTo>
                    <a:pt x="2682" y="535664"/>
                  </a:lnTo>
                  <a:lnTo>
                    <a:pt x="0" y="520310"/>
                  </a:lnTo>
                  <a:lnTo>
                    <a:pt x="7203" y="498814"/>
                  </a:lnTo>
                  <a:lnTo>
                    <a:pt x="229578" y="49132"/>
                  </a:lnTo>
                  <a:lnTo>
                    <a:pt x="261496" y="12283"/>
                  </a:lnTo>
                  <a:lnTo>
                    <a:pt x="308665" y="0"/>
                  </a:lnTo>
                  <a:lnTo>
                    <a:pt x="1106202" y="0"/>
                  </a:lnTo>
                  <a:lnTo>
                    <a:pt x="1128657" y="3070"/>
                  </a:lnTo>
                  <a:lnTo>
                    <a:pt x="1141225" y="12283"/>
                  </a:lnTo>
                  <a:lnTo>
                    <a:pt x="1143908" y="27637"/>
                  </a:lnTo>
                  <a:lnTo>
                    <a:pt x="1136705" y="49132"/>
                  </a:lnTo>
                  <a:lnTo>
                    <a:pt x="914329" y="498814"/>
                  </a:lnTo>
                  <a:lnTo>
                    <a:pt x="882411" y="535664"/>
                  </a:lnTo>
                  <a:lnTo>
                    <a:pt x="835242" y="547947"/>
                  </a:lnTo>
                  <a:lnTo>
                    <a:pt x="436428" y="547947"/>
                  </a:lnTo>
                  <a:close/>
                </a:path>
              </a:pathLst>
            </a:custGeom>
            <a:ln w="182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941648" y="3932521"/>
            <a:ext cx="557202" cy="1679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ru-RU" sz="1000" spc="25" dirty="0">
                <a:latin typeface="Arial" panose="020B0604020202020204" pitchFamily="34" charset="0"/>
                <a:cs typeface="Arial" panose="020B0604020202020204" pitchFamily="34" charset="0"/>
              </a:rPr>
              <a:t>ВХОД</a:t>
            </a:r>
            <a:r>
              <a:rPr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spc="5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541955" y="5155195"/>
            <a:ext cx="1162685" cy="566420"/>
            <a:chOff x="2541955" y="5155195"/>
            <a:chExt cx="1162685" cy="566420"/>
          </a:xfrm>
        </p:grpSpPr>
        <p:sp>
          <p:nvSpPr>
            <p:cNvPr id="24" name="object 24"/>
            <p:cNvSpPr/>
            <p:nvPr/>
          </p:nvSpPr>
          <p:spPr>
            <a:xfrm>
              <a:off x="2551162" y="5164402"/>
              <a:ext cx="1144270" cy="548005"/>
            </a:xfrm>
            <a:custGeom>
              <a:avLst/>
              <a:gdLst/>
              <a:ahLst/>
              <a:cxnLst/>
              <a:rect l="l" t="t" r="r" b="b"/>
              <a:pathLst>
                <a:path w="1144270" h="548004">
                  <a:moveTo>
                    <a:pt x="835242" y="547947"/>
                  </a:moveTo>
                  <a:lnTo>
                    <a:pt x="436428" y="547947"/>
                  </a:lnTo>
                  <a:lnTo>
                    <a:pt x="37705" y="547947"/>
                  </a:lnTo>
                  <a:lnTo>
                    <a:pt x="15251" y="544876"/>
                  </a:lnTo>
                  <a:lnTo>
                    <a:pt x="2682" y="535664"/>
                  </a:lnTo>
                  <a:lnTo>
                    <a:pt x="0" y="520310"/>
                  </a:lnTo>
                  <a:lnTo>
                    <a:pt x="7203" y="498814"/>
                  </a:lnTo>
                  <a:lnTo>
                    <a:pt x="229578" y="49132"/>
                  </a:lnTo>
                  <a:lnTo>
                    <a:pt x="261496" y="12283"/>
                  </a:lnTo>
                  <a:lnTo>
                    <a:pt x="308665" y="0"/>
                  </a:lnTo>
                  <a:lnTo>
                    <a:pt x="1106202" y="0"/>
                  </a:lnTo>
                  <a:lnTo>
                    <a:pt x="1128657" y="3070"/>
                  </a:lnTo>
                  <a:lnTo>
                    <a:pt x="1141225" y="12283"/>
                  </a:lnTo>
                  <a:lnTo>
                    <a:pt x="1143908" y="27637"/>
                  </a:lnTo>
                  <a:lnTo>
                    <a:pt x="1136705" y="49132"/>
                  </a:lnTo>
                  <a:lnTo>
                    <a:pt x="914329" y="498814"/>
                  </a:lnTo>
                  <a:lnTo>
                    <a:pt x="900277" y="520310"/>
                  </a:lnTo>
                  <a:lnTo>
                    <a:pt x="882411" y="535664"/>
                  </a:lnTo>
                  <a:lnTo>
                    <a:pt x="860733" y="544876"/>
                  </a:lnTo>
                  <a:lnTo>
                    <a:pt x="835242" y="5479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2551162" y="5164402"/>
              <a:ext cx="1144270" cy="548005"/>
            </a:xfrm>
            <a:custGeom>
              <a:avLst/>
              <a:gdLst/>
              <a:ahLst/>
              <a:cxnLst/>
              <a:rect l="l" t="t" r="r" b="b"/>
              <a:pathLst>
                <a:path w="1144270" h="548004">
                  <a:moveTo>
                    <a:pt x="436428" y="547947"/>
                  </a:moveTo>
                  <a:lnTo>
                    <a:pt x="37705" y="547947"/>
                  </a:lnTo>
                  <a:lnTo>
                    <a:pt x="15251" y="544876"/>
                  </a:lnTo>
                  <a:lnTo>
                    <a:pt x="2682" y="535664"/>
                  </a:lnTo>
                  <a:lnTo>
                    <a:pt x="0" y="520310"/>
                  </a:lnTo>
                  <a:lnTo>
                    <a:pt x="7203" y="498814"/>
                  </a:lnTo>
                  <a:lnTo>
                    <a:pt x="229578" y="49132"/>
                  </a:lnTo>
                  <a:lnTo>
                    <a:pt x="261496" y="12283"/>
                  </a:lnTo>
                  <a:lnTo>
                    <a:pt x="308665" y="0"/>
                  </a:lnTo>
                  <a:lnTo>
                    <a:pt x="1106202" y="0"/>
                  </a:lnTo>
                  <a:lnTo>
                    <a:pt x="1128657" y="3070"/>
                  </a:lnTo>
                  <a:lnTo>
                    <a:pt x="1141225" y="12283"/>
                  </a:lnTo>
                  <a:lnTo>
                    <a:pt x="1143908" y="27637"/>
                  </a:lnTo>
                  <a:lnTo>
                    <a:pt x="1136705" y="49132"/>
                  </a:lnTo>
                  <a:lnTo>
                    <a:pt x="914329" y="498814"/>
                  </a:lnTo>
                  <a:lnTo>
                    <a:pt x="882411" y="535664"/>
                  </a:lnTo>
                  <a:lnTo>
                    <a:pt x="835242" y="547947"/>
                  </a:lnTo>
                  <a:lnTo>
                    <a:pt x="436428" y="547947"/>
                  </a:lnTo>
                  <a:close/>
                </a:path>
              </a:pathLst>
            </a:custGeom>
            <a:ln w="182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941648" y="5759011"/>
            <a:ext cx="557202" cy="1679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ru-RU" sz="1000" spc="25" dirty="0">
                <a:latin typeface="Arial" panose="020B0604020202020204" pitchFamily="34" charset="0"/>
                <a:cs typeface="Arial" panose="020B0604020202020204" pitchFamily="34" charset="0"/>
              </a:rPr>
              <a:t>ВХОД</a:t>
            </a:r>
            <a:r>
              <a:rPr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spc="5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103127" y="579910"/>
            <a:ext cx="1644014" cy="6598920"/>
            <a:chOff x="6103127" y="579910"/>
            <a:chExt cx="1644014" cy="6598920"/>
          </a:xfrm>
        </p:grpSpPr>
        <p:sp>
          <p:nvSpPr>
            <p:cNvPr id="28" name="object 28"/>
            <p:cNvSpPr/>
            <p:nvPr/>
          </p:nvSpPr>
          <p:spPr>
            <a:xfrm>
              <a:off x="6103127" y="579910"/>
              <a:ext cx="1644014" cy="694690"/>
            </a:xfrm>
            <a:custGeom>
              <a:avLst/>
              <a:gdLst/>
              <a:ahLst/>
              <a:cxnLst/>
              <a:rect l="l" t="t" r="r" b="b"/>
              <a:pathLst>
                <a:path w="1644015" h="694690">
                  <a:moveTo>
                    <a:pt x="1643841" y="694066"/>
                  </a:moveTo>
                  <a:lnTo>
                    <a:pt x="0" y="694066"/>
                  </a:lnTo>
                  <a:lnTo>
                    <a:pt x="0" y="0"/>
                  </a:lnTo>
                  <a:lnTo>
                    <a:pt x="1643841" y="0"/>
                  </a:lnTo>
                  <a:lnTo>
                    <a:pt x="1643841" y="694066"/>
                  </a:lnTo>
                  <a:close/>
                </a:path>
              </a:pathLst>
            </a:custGeom>
            <a:solidFill>
              <a:srgbClr val="8350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103127" y="1273977"/>
              <a:ext cx="1644014" cy="5904865"/>
            </a:xfrm>
            <a:custGeom>
              <a:avLst/>
              <a:gdLst/>
              <a:ahLst/>
              <a:cxnLst/>
              <a:rect l="l" t="t" r="r" b="b"/>
              <a:pathLst>
                <a:path w="1644015" h="5904865">
                  <a:moveTo>
                    <a:pt x="1643841" y="5904588"/>
                  </a:moveTo>
                  <a:lnTo>
                    <a:pt x="0" y="5904588"/>
                  </a:lnTo>
                  <a:lnTo>
                    <a:pt x="0" y="0"/>
                  </a:lnTo>
                  <a:lnTo>
                    <a:pt x="1643841" y="0"/>
                  </a:lnTo>
                  <a:lnTo>
                    <a:pt x="1643841" y="5904588"/>
                  </a:lnTo>
                  <a:close/>
                </a:path>
              </a:pathLst>
            </a:custGeom>
            <a:solidFill>
              <a:srgbClr val="F0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113727" y="644836"/>
            <a:ext cx="1271323" cy="47448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120"/>
              </a:spcBef>
            </a:pPr>
            <a:r>
              <a:rPr sz="1200" b="1" spc="15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O</a:t>
            </a:r>
            <a:endParaRPr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lang="ru-RU" sz="1200" b="1" spc="-1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ВЫХОДЫ</a:t>
            </a:r>
            <a:endParaRPr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340873" y="2785323"/>
            <a:ext cx="1162685" cy="566420"/>
            <a:chOff x="6340873" y="2785323"/>
            <a:chExt cx="1162685" cy="566420"/>
          </a:xfrm>
        </p:grpSpPr>
        <p:sp>
          <p:nvSpPr>
            <p:cNvPr id="32" name="object 32"/>
            <p:cNvSpPr/>
            <p:nvPr/>
          </p:nvSpPr>
          <p:spPr>
            <a:xfrm>
              <a:off x="6350080" y="2794530"/>
              <a:ext cx="1144270" cy="548005"/>
            </a:xfrm>
            <a:custGeom>
              <a:avLst/>
              <a:gdLst/>
              <a:ahLst/>
              <a:cxnLst/>
              <a:rect l="l" t="t" r="r" b="b"/>
              <a:pathLst>
                <a:path w="1144270" h="548004">
                  <a:moveTo>
                    <a:pt x="835242" y="547947"/>
                  </a:moveTo>
                  <a:lnTo>
                    <a:pt x="436428" y="547947"/>
                  </a:lnTo>
                  <a:lnTo>
                    <a:pt x="37705" y="547947"/>
                  </a:lnTo>
                  <a:lnTo>
                    <a:pt x="15251" y="544876"/>
                  </a:lnTo>
                  <a:lnTo>
                    <a:pt x="2682" y="535664"/>
                  </a:lnTo>
                  <a:lnTo>
                    <a:pt x="0" y="520310"/>
                  </a:lnTo>
                  <a:lnTo>
                    <a:pt x="7203" y="498814"/>
                  </a:lnTo>
                  <a:lnTo>
                    <a:pt x="229578" y="49132"/>
                  </a:lnTo>
                  <a:lnTo>
                    <a:pt x="261496" y="12283"/>
                  </a:lnTo>
                  <a:lnTo>
                    <a:pt x="308665" y="0"/>
                  </a:lnTo>
                  <a:lnTo>
                    <a:pt x="1106202" y="0"/>
                  </a:lnTo>
                  <a:lnTo>
                    <a:pt x="1128657" y="3070"/>
                  </a:lnTo>
                  <a:lnTo>
                    <a:pt x="1141225" y="12283"/>
                  </a:lnTo>
                  <a:lnTo>
                    <a:pt x="1143908" y="27637"/>
                  </a:lnTo>
                  <a:lnTo>
                    <a:pt x="1136704" y="49132"/>
                  </a:lnTo>
                  <a:lnTo>
                    <a:pt x="914329" y="498814"/>
                  </a:lnTo>
                  <a:lnTo>
                    <a:pt x="882411" y="535664"/>
                  </a:lnTo>
                  <a:lnTo>
                    <a:pt x="835242" y="5479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6350080" y="2794530"/>
              <a:ext cx="1144270" cy="548005"/>
            </a:xfrm>
            <a:custGeom>
              <a:avLst/>
              <a:gdLst/>
              <a:ahLst/>
              <a:cxnLst/>
              <a:rect l="l" t="t" r="r" b="b"/>
              <a:pathLst>
                <a:path w="1144270" h="548004">
                  <a:moveTo>
                    <a:pt x="436428" y="547947"/>
                  </a:moveTo>
                  <a:lnTo>
                    <a:pt x="37705" y="547947"/>
                  </a:lnTo>
                  <a:lnTo>
                    <a:pt x="15251" y="544876"/>
                  </a:lnTo>
                  <a:lnTo>
                    <a:pt x="2682" y="535664"/>
                  </a:lnTo>
                  <a:lnTo>
                    <a:pt x="0" y="520310"/>
                  </a:lnTo>
                  <a:lnTo>
                    <a:pt x="7203" y="498814"/>
                  </a:lnTo>
                  <a:lnTo>
                    <a:pt x="229578" y="49132"/>
                  </a:lnTo>
                  <a:lnTo>
                    <a:pt x="261496" y="12283"/>
                  </a:lnTo>
                  <a:lnTo>
                    <a:pt x="308665" y="0"/>
                  </a:lnTo>
                  <a:lnTo>
                    <a:pt x="1106202" y="0"/>
                  </a:lnTo>
                  <a:lnTo>
                    <a:pt x="1128657" y="3070"/>
                  </a:lnTo>
                  <a:lnTo>
                    <a:pt x="1141225" y="12283"/>
                  </a:lnTo>
                  <a:lnTo>
                    <a:pt x="1143908" y="27637"/>
                  </a:lnTo>
                  <a:lnTo>
                    <a:pt x="1136704" y="49132"/>
                  </a:lnTo>
                  <a:lnTo>
                    <a:pt x="914329" y="498814"/>
                  </a:lnTo>
                  <a:lnTo>
                    <a:pt x="882411" y="535664"/>
                  </a:lnTo>
                  <a:lnTo>
                    <a:pt x="835242" y="547947"/>
                  </a:lnTo>
                  <a:lnTo>
                    <a:pt x="436428" y="547947"/>
                  </a:lnTo>
                  <a:close/>
                </a:path>
              </a:pathLst>
            </a:custGeom>
            <a:ln w="182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740748" y="3384573"/>
            <a:ext cx="753602" cy="1679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ru-RU" sz="1000" spc="25" dirty="0">
                <a:latin typeface="Arial" panose="020B0604020202020204" pitchFamily="34" charset="0"/>
                <a:cs typeface="Arial" panose="020B0604020202020204" pitchFamily="34" charset="0"/>
              </a:rPr>
              <a:t>ВЫХОД</a:t>
            </a:r>
            <a:r>
              <a:rPr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00" spc="5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340873" y="6022778"/>
            <a:ext cx="1162685" cy="566420"/>
            <a:chOff x="6340873" y="6022778"/>
            <a:chExt cx="1162685" cy="56642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6" name="object 36"/>
            <p:cNvSpPr/>
            <p:nvPr/>
          </p:nvSpPr>
          <p:spPr>
            <a:xfrm>
              <a:off x="6350080" y="6031986"/>
              <a:ext cx="1144270" cy="548005"/>
            </a:xfrm>
            <a:custGeom>
              <a:avLst/>
              <a:gdLst/>
              <a:ahLst/>
              <a:cxnLst/>
              <a:rect l="l" t="t" r="r" b="b"/>
              <a:pathLst>
                <a:path w="1144270" h="548004">
                  <a:moveTo>
                    <a:pt x="835242" y="547947"/>
                  </a:moveTo>
                  <a:lnTo>
                    <a:pt x="436428" y="547947"/>
                  </a:lnTo>
                  <a:lnTo>
                    <a:pt x="37705" y="547947"/>
                  </a:lnTo>
                  <a:lnTo>
                    <a:pt x="15251" y="544876"/>
                  </a:lnTo>
                  <a:lnTo>
                    <a:pt x="2682" y="535664"/>
                  </a:lnTo>
                  <a:lnTo>
                    <a:pt x="0" y="520310"/>
                  </a:lnTo>
                  <a:lnTo>
                    <a:pt x="7203" y="498814"/>
                  </a:lnTo>
                  <a:lnTo>
                    <a:pt x="229578" y="49132"/>
                  </a:lnTo>
                  <a:lnTo>
                    <a:pt x="261496" y="12283"/>
                  </a:lnTo>
                  <a:lnTo>
                    <a:pt x="308665" y="0"/>
                  </a:lnTo>
                  <a:lnTo>
                    <a:pt x="1106202" y="0"/>
                  </a:lnTo>
                  <a:lnTo>
                    <a:pt x="1128657" y="3070"/>
                  </a:lnTo>
                  <a:lnTo>
                    <a:pt x="1141225" y="12283"/>
                  </a:lnTo>
                  <a:lnTo>
                    <a:pt x="1143908" y="27637"/>
                  </a:lnTo>
                  <a:lnTo>
                    <a:pt x="1136704" y="49132"/>
                  </a:lnTo>
                  <a:lnTo>
                    <a:pt x="914329" y="498814"/>
                  </a:lnTo>
                  <a:lnTo>
                    <a:pt x="900277" y="520310"/>
                  </a:lnTo>
                  <a:lnTo>
                    <a:pt x="882411" y="535664"/>
                  </a:lnTo>
                  <a:lnTo>
                    <a:pt x="860733" y="544876"/>
                  </a:lnTo>
                  <a:lnTo>
                    <a:pt x="835242" y="54794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6350080" y="6031986"/>
              <a:ext cx="1144270" cy="548005"/>
            </a:xfrm>
            <a:custGeom>
              <a:avLst/>
              <a:gdLst/>
              <a:ahLst/>
              <a:cxnLst/>
              <a:rect l="l" t="t" r="r" b="b"/>
              <a:pathLst>
                <a:path w="1144270" h="548004">
                  <a:moveTo>
                    <a:pt x="436428" y="547947"/>
                  </a:moveTo>
                  <a:lnTo>
                    <a:pt x="37705" y="547947"/>
                  </a:lnTo>
                  <a:lnTo>
                    <a:pt x="15251" y="544876"/>
                  </a:lnTo>
                  <a:lnTo>
                    <a:pt x="2682" y="535664"/>
                  </a:lnTo>
                  <a:lnTo>
                    <a:pt x="0" y="520310"/>
                  </a:lnTo>
                  <a:lnTo>
                    <a:pt x="7203" y="498814"/>
                  </a:lnTo>
                  <a:lnTo>
                    <a:pt x="229578" y="49132"/>
                  </a:lnTo>
                  <a:lnTo>
                    <a:pt x="261496" y="12283"/>
                  </a:lnTo>
                  <a:lnTo>
                    <a:pt x="308665" y="0"/>
                  </a:lnTo>
                  <a:lnTo>
                    <a:pt x="1106202" y="0"/>
                  </a:lnTo>
                  <a:lnTo>
                    <a:pt x="1128657" y="3070"/>
                  </a:lnTo>
                  <a:lnTo>
                    <a:pt x="1141225" y="12283"/>
                  </a:lnTo>
                  <a:lnTo>
                    <a:pt x="1143908" y="27637"/>
                  </a:lnTo>
                  <a:lnTo>
                    <a:pt x="1136704" y="49132"/>
                  </a:lnTo>
                  <a:lnTo>
                    <a:pt x="914329" y="498814"/>
                  </a:lnTo>
                  <a:lnTo>
                    <a:pt x="882411" y="535664"/>
                  </a:lnTo>
                  <a:lnTo>
                    <a:pt x="835242" y="547947"/>
                  </a:lnTo>
                  <a:lnTo>
                    <a:pt x="436428" y="547947"/>
                  </a:lnTo>
                  <a:close/>
                </a:path>
              </a:pathLst>
            </a:custGeom>
            <a:grpFill/>
            <a:ln w="182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740748" y="6626593"/>
            <a:ext cx="720501" cy="33470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ru-RU" sz="1000" spc="25" dirty="0">
                <a:latin typeface="Arial" panose="020B0604020202020204" pitchFamily="34" charset="0"/>
                <a:cs typeface="Arial" panose="020B0604020202020204" pitchFamily="34" charset="0"/>
              </a:rPr>
              <a:t>ВЫХОД</a:t>
            </a:r>
            <a:r>
              <a:rPr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00" spc="5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ru-RU" sz="1000" spc="5" dirty="0">
                <a:latin typeface="Arial" panose="020B0604020202020204" pitchFamily="34" charset="0"/>
                <a:cs typeface="Arial" panose="020B0604020202020204" pitchFamily="34" charset="0"/>
              </a:rPr>
              <a:t>ГЛАВНЫЙ</a:t>
            </a:r>
            <a:endParaRPr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001856" y="579910"/>
            <a:ext cx="1644014" cy="6598920"/>
            <a:chOff x="8001856" y="579910"/>
            <a:chExt cx="1644014" cy="6598920"/>
          </a:xfrm>
        </p:grpSpPr>
        <p:sp>
          <p:nvSpPr>
            <p:cNvPr id="40" name="object 40"/>
            <p:cNvSpPr/>
            <p:nvPr/>
          </p:nvSpPr>
          <p:spPr>
            <a:xfrm>
              <a:off x="8001856" y="579910"/>
              <a:ext cx="1644014" cy="694690"/>
            </a:xfrm>
            <a:custGeom>
              <a:avLst/>
              <a:gdLst/>
              <a:ahLst/>
              <a:cxnLst/>
              <a:rect l="l" t="t" r="r" b="b"/>
              <a:pathLst>
                <a:path w="1644015" h="694690">
                  <a:moveTo>
                    <a:pt x="1643841" y="694066"/>
                  </a:moveTo>
                  <a:lnTo>
                    <a:pt x="0" y="694066"/>
                  </a:lnTo>
                  <a:lnTo>
                    <a:pt x="0" y="0"/>
                  </a:lnTo>
                  <a:lnTo>
                    <a:pt x="1643841" y="0"/>
                  </a:lnTo>
                  <a:lnTo>
                    <a:pt x="1643841" y="694066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001856" y="1273977"/>
              <a:ext cx="1644014" cy="5904865"/>
            </a:xfrm>
            <a:custGeom>
              <a:avLst/>
              <a:gdLst/>
              <a:ahLst/>
              <a:cxnLst/>
              <a:rect l="l" t="t" r="r" b="b"/>
              <a:pathLst>
                <a:path w="1644015" h="5904865">
                  <a:moveTo>
                    <a:pt x="1643841" y="5904588"/>
                  </a:moveTo>
                  <a:lnTo>
                    <a:pt x="0" y="5904588"/>
                  </a:lnTo>
                  <a:lnTo>
                    <a:pt x="0" y="0"/>
                  </a:lnTo>
                  <a:lnTo>
                    <a:pt x="1643841" y="0"/>
                  </a:lnTo>
                  <a:lnTo>
                    <a:pt x="1643841" y="5904588"/>
                  </a:lnTo>
                  <a:close/>
                </a:path>
              </a:pathLst>
            </a:custGeom>
            <a:solidFill>
              <a:srgbClr val="F0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092278" y="644836"/>
            <a:ext cx="1377267" cy="47448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20"/>
              </a:spcBef>
            </a:pPr>
            <a:r>
              <a:rPr sz="1200" b="1" spc="1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C</a:t>
            </a:r>
            <a:endParaRPr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lang="ru-RU" sz="1200" b="1" spc="1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ПОТРЕБИТЕЛИ</a:t>
            </a:r>
            <a:endParaRPr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353380" y="2057400"/>
            <a:ext cx="1317670" cy="796624"/>
            <a:chOff x="8353380" y="2287604"/>
            <a:chExt cx="932180" cy="566420"/>
          </a:xfrm>
        </p:grpSpPr>
        <p:sp>
          <p:nvSpPr>
            <p:cNvPr id="44" name="object 44"/>
            <p:cNvSpPr/>
            <p:nvPr/>
          </p:nvSpPr>
          <p:spPr>
            <a:xfrm>
              <a:off x="8362588" y="2296812"/>
              <a:ext cx="913765" cy="548005"/>
            </a:xfrm>
            <a:custGeom>
              <a:avLst/>
              <a:gdLst/>
              <a:ahLst/>
              <a:cxnLst/>
              <a:rect l="l" t="t" r="r" b="b"/>
              <a:pathLst>
                <a:path w="913765" h="548005">
                  <a:moveTo>
                    <a:pt x="633701" y="547947"/>
                  </a:moveTo>
                  <a:lnTo>
                    <a:pt x="279544" y="547947"/>
                  </a:lnTo>
                  <a:lnTo>
                    <a:pt x="229308" y="543533"/>
                  </a:lnTo>
                  <a:lnTo>
                    <a:pt x="182022" y="530808"/>
                  </a:lnTo>
                  <a:lnTo>
                    <a:pt x="138474" y="510544"/>
                  </a:lnTo>
                  <a:lnTo>
                    <a:pt x="99457" y="483516"/>
                  </a:lnTo>
                  <a:lnTo>
                    <a:pt x="65761" y="450496"/>
                  </a:lnTo>
                  <a:lnTo>
                    <a:pt x="38176" y="412259"/>
                  </a:lnTo>
                  <a:lnTo>
                    <a:pt x="17494" y="369577"/>
                  </a:lnTo>
                  <a:lnTo>
                    <a:pt x="4505" y="323224"/>
                  </a:lnTo>
                  <a:lnTo>
                    <a:pt x="0" y="273973"/>
                  </a:lnTo>
                  <a:lnTo>
                    <a:pt x="4505" y="224722"/>
                  </a:lnTo>
                  <a:lnTo>
                    <a:pt x="17494" y="178369"/>
                  </a:lnTo>
                  <a:lnTo>
                    <a:pt x="38176" y="135687"/>
                  </a:lnTo>
                  <a:lnTo>
                    <a:pt x="65761" y="97450"/>
                  </a:lnTo>
                  <a:lnTo>
                    <a:pt x="99457" y="64430"/>
                  </a:lnTo>
                  <a:lnTo>
                    <a:pt x="138474" y="37402"/>
                  </a:lnTo>
                  <a:lnTo>
                    <a:pt x="182022" y="17138"/>
                  </a:lnTo>
                  <a:lnTo>
                    <a:pt x="229308" y="4413"/>
                  </a:lnTo>
                  <a:lnTo>
                    <a:pt x="279544" y="0"/>
                  </a:lnTo>
                  <a:lnTo>
                    <a:pt x="633701" y="0"/>
                  </a:lnTo>
                  <a:lnTo>
                    <a:pt x="683936" y="4413"/>
                  </a:lnTo>
                  <a:lnTo>
                    <a:pt x="731223" y="17138"/>
                  </a:lnTo>
                  <a:lnTo>
                    <a:pt x="774770" y="37402"/>
                  </a:lnTo>
                  <a:lnTo>
                    <a:pt x="813787" y="64430"/>
                  </a:lnTo>
                  <a:lnTo>
                    <a:pt x="847483" y="97450"/>
                  </a:lnTo>
                  <a:lnTo>
                    <a:pt x="875068" y="135687"/>
                  </a:lnTo>
                  <a:lnTo>
                    <a:pt x="895750" y="178369"/>
                  </a:lnTo>
                  <a:lnTo>
                    <a:pt x="908739" y="224722"/>
                  </a:lnTo>
                  <a:lnTo>
                    <a:pt x="913245" y="273973"/>
                  </a:lnTo>
                  <a:lnTo>
                    <a:pt x="908739" y="323224"/>
                  </a:lnTo>
                  <a:lnTo>
                    <a:pt x="895750" y="369577"/>
                  </a:lnTo>
                  <a:lnTo>
                    <a:pt x="875068" y="412259"/>
                  </a:lnTo>
                  <a:lnTo>
                    <a:pt x="847483" y="450496"/>
                  </a:lnTo>
                  <a:lnTo>
                    <a:pt x="813787" y="483516"/>
                  </a:lnTo>
                  <a:lnTo>
                    <a:pt x="774770" y="510544"/>
                  </a:lnTo>
                  <a:lnTo>
                    <a:pt x="731223" y="530808"/>
                  </a:lnTo>
                  <a:lnTo>
                    <a:pt x="683936" y="543533"/>
                  </a:lnTo>
                  <a:lnTo>
                    <a:pt x="633701" y="5479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8362588" y="2296812"/>
              <a:ext cx="913765" cy="548005"/>
            </a:xfrm>
            <a:custGeom>
              <a:avLst/>
              <a:gdLst/>
              <a:ahLst/>
              <a:cxnLst/>
              <a:rect l="l" t="t" r="r" b="b"/>
              <a:pathLst>
                <a:path w="913765" h="548005">
                  <a:moveTo>
                    <a:pt x="279544" y="0"/>
                  </a:moveTo>
                  <a:lnTo>
                    <a:pt x="633701" y="0"/>
                  </a:lnTo>
                  <a:lnTo>
                    <a:pt x="683936" y="4413"/>
                  </a:lnTo>
                  <a:lnTo>
                    <a:pt x="731223" y="17138"/>
                  </a:lnTo>
                  <a:lnTo>
                    <a:pt x="774770" y="37402"/>
                  </a:lnTo>
                  <a:lnTo>
                    <a:pt x="813787" y="64430"/>
                  </a:lnTo>
                  <a:lnTo>
                    <a:pt x="847483" y="97450"/>
                  </a:lnTo>
                  <a:lnTo>
                    <a:pt x="875068" y="135687"/>
                  </a:lnTo>
                  <a:lnTo>
                    <a:pt x="895750" y="178369"/>
                  </a:lnTo>
                  <a:lnTo>
                    <a:pt x="908739" y="224722"/>
                  </a:lnTo>
                  <a:lnTo>
                    <a:pt x="913245" y="273973"/>
                  </a:lnTo>
                  <a:lnTo>
                    <a:pt x="908739" y="323224"/>
                  </a:lnTo>
                  <a:lnTo>
                    <a:pt x="895750" y="369577"/>
                  </a:lnTo>
                  <a:lnTo>
                    <a:pt x="875068" y="412259"/>
                  </a:lnTo>
                  <a:lnTo>
                    <a:pt x="847483" y="450496"/>
                  </a:lnTo>
                  <a:lnTo>
                    <a:pt x="813787" y="483516"/>
                  </a:lnTo>
                  <a:lnTo>
                    <a:pt x="774770" y="510544"/>
                  </a:lnTo>
                  <a:lnTo>
                    <a:pt x="731223" y="530808"/>
                  </a:lnTo>
                  <a:lnTo>
                    <a:pt x="683936" y="543533"/>
                  </a:lnTo>
                  <a:lnTo>
                    <a:pt x="633701" y="547947"/>
                  </a:lnTo>
                  <a:lnTo>
                    <a:pt x="279544" y="547947"/>
                  </a:lnTo>
                  <a:lnTo>
                    <a:pt x="229308" y="543533"/>
                  </a:lnTo>
                  <a:lnTo>
                    <a:pt x="182022" y="530808"/>
                  </a:lnTo>
                  <a:lnTo>
                    <a:pt x="138474" y="510544"/>
                  </a:lnTo>
                  <a:lnTo>
                    <a:pt x="99457" y="483516"/>
                  </a:lnTo>
                  <a:lnTo>
                    <a:pt x="65761" y="450496"/>
                  </a:lnTo>
                  <a:lnTo>
                    <a:pt x="38176" y="412259"/>
                  </a:lnTo>
                  <a:lnTo>
                    <a:pt x="17494" y="369577"/>
                  </a:lnTo>
                  <a:lnTo>
                    <a:pt x="4505" y="323224"/>
                  </a:lnTo>
                  <a:lnTo>
                    <a:pt x="0" y="273973"/>
                  </a:lnTo>
                  <a:lnTo>
                    <a:pt x="4505" y="224722"/>
                  </a:lnTo>
                  <a:lnTo>
                    <a:pt x="17494" y="178369"/>
                  </a:lnTo>
                  <a:lnTo>
                    <a:pt x="38176" y="135687"/>
                  </a:lnTo>
                  <a:lnTo>
                    <a:pt x="65761" y="97450"/>
                  </a:lnTo>
                  <a:lnTo>
                    <a:pt x="99457" y="64430"/>
                  </a:lnTo>
                  <a:lnTo>
                    <a:pt x="138474" y="37402"/>
                  </a:lnTo>
                  <a:lnTo>
                    <a:pt x="182022" y="17138"/>
                  </a:lnTo>
                  <a:lnTo>
                    <a:pt x="229308" y="4413"/>
                  </a:lnTo>
                  <a:lnTo>
                    <a:pt x="279544" y="0"/>
                  </a:lnTo>
                  <a:close/>
                </a:path>
              </a:pathLst>
            </a:custGeom>
            <a:ln w="182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8521577" y="2377536"/>
            <a:ext cx="1059796" cy="1679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ru-RU" sz="1000" spc="25" dirty="0">
                <a:latin typeface="Arial" panose="020B0604020202020204" pitchFamily="34" charset="0"/>
                <a:cs typeface="Arial" panose="020B0604020202020204" pitchFamily="34" charset="0"/>
              </a:rPr>
              <a:t>Потребитель</a:t>
            </a:r>
            <a:r>
              <a:rPr sz="10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spc="5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8353380" y="5792574"/>
            <a:ext cx="1317670" cy="796624"/>
            <a:chOff x="8353380" y="6022778"/>
            <a:chExt cx="932180" cy="56642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8" name="object 48"/>
            <p:cNvSpPr/>
            <p:nvPr/>
          </p:nvSpPr>
          <p:spPr>
            <a:xfrm>
              <a:off x="8362588" y="6031986"/>
              <a:ext cx="913765" cy="548005"/>
            </a:xfrm>
            <a:custGeom>
              <a:avLst/>
              <a:gdLst/>
              <a:ahLst/>
              <a:cxnLst/>
              <a:rect l="l" t="t" r="r" b="b"/>
              <a:pathLst>
                <a:path w="913765" h="548004">
                  <a:moveTo>
                    <a:pt x="633701" y="547947"/>
                  </a:moveTo>
                  <a:lnTo>
                    <a:pt x="279544" y="547947"/>
                  </a:lnTo>
                  <a:lnTo>
                    <a:pt x="229308" y="543533"/>
                  </a:lnTo>
                  <a:lnTo>
                    <a:pt x="182022" y="530808"/>
                  </a:lnTo>
                  <a:lnTo>
                    <a:pt x="138474" y="510544"/>
                  </a:lnTo>
                  <a:lnTo>
                    <a:pt x="99457" y="483516"/>
                  </a:lnTo>
                  <a:lnTo>
                    <a:pt x="65761" y="450496"/>
                  </a:lnTo>
                  <a:lnTo>
                    <a:pt x="38176" y="412259"/>
                  </a:lnTo>
                  <a:lnTo>
                    <a:pt x="17494" y="369577"/>
                  </a:lnTo>
                  <a:lnTo>
                    <a:pt x="4505" y="323224"/>
                  </a:lnTo>
                  <a:lnTo>
                    <a:pt x="0" y="273973"/>
                  </a:lnTo>
                  <a:lnTo>
                    <a:pt x="4505" y="224722"/>
                  </a:lnTo>
                  <a:lnTo>
                    <a:pt x="17494" y="178369"/>
                  </a:lnTo>
                  <a:lnTo>
                    <a:pt x="38176" y="135687"/>
                  </a:lnTo>
                  <a:lnTo>
                    <a:pt x="65761" y="97450"/>
                  </a:lnTo>
                  <a:lnTo>
                    <a:pt x="99457" y="64430"/>
                  </a:lnTo>
                  <a:lnTo>
                    <a:pt x="138474" y="37402"/>
                  </a:lnTo>
                  <a:lnTo>
                    <a:pt x="182022" y="17138"/>
                  </a:lnTo>
                  <a:lnTo>
                    <a:pt x="229308" y="4413"/>
                  </a:lnTo>
                  <a:lnTo>
                    <a:pt x="279544" y="0"/>
                  </a:lnTo>
                  <a:lnTo>
                    <a:pt x="633701" y="0"/>
                  </a:lnTo>
                  <a:lnTo>
                    <a:pt x="683936" y="4413"/>
                  </a:lnTo>
                  <a:lnTo>
                    <a:pt x="731223" y="17138"/>
                  </a:lnTo>
                  <a:lnTo>
                    <a:pt x="774770" y="37402"/>
                  </a:lnTo>
                  <a:lnTo>
                    <a:pt x="813787" y="64430"/>
                  </a:lnTo>
                  <a:lnTo>
                    <a:pt x="847483" y="97450"/>
                  </a:lnTo>
                  <a:lnTo>
                    <a:pt x="875068" y="135687"/>
                  </a:lnTo>
                  <a:lnTo>
                    <a:pt x="895750" y="178369"/>
                  </a:lnTo>
                  <a:lnTo>
                    <a:pt x="908739" y="224722"/>
                  </a:lnTo>
                  <a:lnTo>
                    <a:pt x="913245" y="273973"/>
                  </a:lnTo>
                  <a:lnTo>
                    <a:pt x="908739" y="323224"/>
                  </a:lnTo>
                  <a:lnTo>
                    <a:pt x="895750" y="369577"/>
                  </a:lnTo>
                  <a:lnTo>
                    <a:pt x="875068" y="412259"/>
                  </a:lnTo>
                  <a:lnTo>
                    <a:pt x="847483" y="450496"/>
                  </a:lnTo>
                  <a:lnTo>
                    <a:pt x="813787" y="483516"/>
                  </a:lnTo>
                  <a:lnTo>
                    <a:pt x="774770" y="510544"/>
                  </a:lnTo>
                  <a:lnTo>
                    <a:pt x="731223" y="530808"/>
                  </a:lnTo>
                  <a:lnTo>
                    <a:pt x="683936" y="543533"/>
                  </a:lnTo>
                  <a:lnTo>
                    <a:pt x="633701" y="54794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8362588" y="6031986"/>
              <a:ext cx="913765" cy="548005"/>
            </a:xfrm>
            <a:custGeom>
              <a:avLst/>
              <a:gdLst/>
              <a:ahLst/>
              <a:cxnLst/>
              <a:rect l="l" t="t" r="r" b="b"/>
              <a:pathLst>
                <a:path w="913765" h="548004">
                  <a:moveTo>
                    <a:pt x="279544" y="0"/>
                  </a:moveTo>
                  <a:lnTo>
                    <a:pt x="633701" y="0"/>
                  </a:lnTo>
                  <a:lnTo>
                    <a:pt x="683936" y="4413"/>
                  </a:lnTo>
                  <a:lnTo>
                    <a:pt x="731223" y="17138"/>
                  </a:lnTo>
                  <a:lnTo>
                    <a:pt x="774770" y="37402"/>
                  </a:lnTo>
                  <a:lnTo>
                    <a:pt x="813787" y="64430"/>
                  </a:lnTo>
                  <a:lnTo>
                    <a:pt x="847483" y="97450"/>
                  </a:lnTo>
                  <a:lnTo>
                    <a:pt x="875068" y="135687"/>
                  </a:lnTo>
                  <a:lnTo>
                    <a:pt x="895750" y="178369"/>
                  </a:lnTo>
                  <a:lnTo>
                    <a:pt x="908739" y="224722"/>
                  </a:lnTo>
                  <a:lnTo>
                    <a:pt x="913245" y="273973"/>
                  </a:lnTo>
                  <a:lnTo>
                    <a:pt x="908739" y="323224"/>
                  </a:lnTo>
                  <a:lnTo>
                    <a:pt x="895750" y="369577"/>
                  </a:lnTo>
                  <a:lnTo>
                    <a:pt x="875068" y="412259"/>
                  </a:lnTo>
                  <a:lnTo>
                    <a:pt x="847483" y="450496"/>
                  </a:lnTo>
                  <a:lnTo>
                    <a:pt x="813787" y="483516"/>
                  </a:lnTo>
                  <a:lnTo>
                    <a:pt x="774770" y="510544"/>
                  </a:lnTo>
                  <a:lnTo>
                    <a:pt x="731223" y="530808"/>
                  </a:lnTo>
                  <a:lnTo>
                    <a:pt x="683936" y="543533"/>
                  </a:lnTo>
                  <a:lnTo>
                    <a:pt x="633701" y="547947"/>
                  </a:lnTo>
                  <a:lnTo>
                    <a:pt x="279544" y="547947"/>
                  </a:lnTo>
                  <a:lnTo>
                    <a:pt x="229308" y="543533"/>
                  </a:lnTo>
                  <a:lnTo>
                    <a:pt x="182022" y="530808"/>
                  </a:lnTo>
                  <a:lnTo>
                    <a:pt x="138474" y="510544"/>
                  </a:lnTo>
                  <a:lnTo>
                    <a:pt x="99457" y="483516"/>
                  </a:lnTo>
                  <a:lnTo>
                    <a:pt x="65761" y="450496"/>
                  </a:lnTo>
                  <a:lnTo>
                    <a:pt x="38176" y="412259"/>
                  </a:lnTo>
                  <a:lnTo>
                    <a:pt x="17494" y="369577"/>
                  </a:lnTo>
                  <a:lnTo>
                    <a:pt x="4505" y="323224"/>
                  </a:lnTo>
                  <a:lnTo>
                    <a:pt x="0" y="273973"/>
                  </a:lnTo>
                  <a:lnTo>
                    <a:pt x="4505" y="224722"/>
                  </a:lnTo>
                  <a:lnTo>
                    <a:pt x="17494" y="178369"/>
                  </a:lnTo>
                  <a:lnTo>
                    <a:pt x="38176" y="135687"/>
                  </a:lnTo>
                  <a:lnTo>
                    <a:pt x="65761" y="97450"/>
                  </a:lnTo>
                  <a:lnTo>
                    <a:pt x="99457" y="64430"/>
                  </a:lnTo>
                  <a:lnTo>
                    <a:pt x="138474" y="37402"/>
                  </a:lnTo>
                  <a:lnTo>
                    <a:pt x="182022" y="17138"/>
                  </a:lnTo>
                  <a:lnTo>
                    <a:pt x="229308" y="4413"/>
                  </a:lnTo>
                  <a:lnTo>
                    <a:pt x="279544" y="0"/>
                  </a:lnTo>
                  <a:close/>
                </a:path>
              </a:pathLst>
            </a:custGeom>
            <a:grpFill/>
            <a:ln w="182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8521577" y="6023532"/>
            <a:ext cx="947968" cy="33470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ru-RU" sz="1000" spc="25" dirty="0">
                <a:latin typeface="Arial" panose="020B0604020202020204" pitchFamily="34" charset="0"/>
                <a:cs typeface="Arial" panose="020B0604020202020204" pitchFamily="34" charset="0"/>
              </a:rPr>
              <a:t>Потребитель</a:t>
            </a:r>
            <a:r>
              <a:rPr sz="10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spc="5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ru-RU" sz="1000" spc="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ru-RU" sz="1000" spc="5" dirty="0">
                <a:latin typeface="Arial" panose="020B0604020202020204" pitchFamily="34" charset="0"/>
                <a:cs typeface="Arial" panose="020B0604020202020204" pitchFamily="34" charset="0"/>
              </a:rPr>
              <a:t>ГЛАВНЫЙ</a:t>
            </a:r>
            <a:endParaRPr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8353380" y="3103066"/>
            <a:ext cx="1317670" cy="796624"/>
            <a:chOff x="8353380" y="3333270"/>
            <a:chExt cx="932180" cy="566420"/>
          </a:xfrm>
        </p:grpSpPr>
        <p:sp>
          <p:nvSpPr>
            <p:cNvPr id="52" name="object 52"/>
            <p:cNvSpPr/>
            <p:nvPr/>
          </p:nvSpPr>
          <p:spPr>
            <a:xfrm>
              <a:off x="8362588" y="3342478"/>
              <a:ext cx="913765" cy="548005"/>
            </a:xfrm>
            <a:custGeom>
              <a:avLst/>
              <a:gdLst/>
              <a:ahLst/>
              <a:cxnLst/>
              <a:rect l="l" t="t" r="r" b="b"/>
              <a:pathLst>
                <a:path w="913765" h="548004">
                  <a:moveTo>
                    <a:pt x="633701" y="547947"/>
                  </a:moveTo>
                  <a:lnTo>
                    <a:pt x="279544" y="547947"/>
                  </a:lnTo>
                  <a:lnTo>
                    <a:pt x="229308" y="543533"/>
                  </a:lnTo>
                  <a:lnTo>
                    <a:pt x="182022" y="530808"/>
                  </a:lnTo>
                  <a:lnTo>
                    <a:pt x="138474" y="510544"/>
                  </a:lnTo>
                  <a:lnTo>
                    <a:pt x="99457" y="483516"/>
                  </a:lnTo>
                  <a:lnTo>
                    <a:pt x="65761" y="450496"/>
                  </a:lnTo>
                  <a:lnTo>
                    <a:pt x="38176" y="412259"/>
                  </a:lnTo>
                  <a:lnTo>
                    <a:pt x="17494" y="369577"/>
                  </a:lnTo>
                  <a:lnTo>
                    <a:pt x="4505" y="323224"/>
                  </a:lnTo>
                  <a:lnTo>
                    <a:pt x="0" y="273973"/>
                  </a:lnTo>
                  <a:lnTo>
                    <a:pt x="4505" y="224722"/>
                  </a:lnTo>
                  <a:lnTo>
                    <a:pt x="17494" y="178369"/>
                  </a:lnTo>
                  <a:lnTo>
                    <a:pt x="38176" y="135687"/>
                  </a:lnTo>
                  <a:lnTo>
                    <a:pt x="65761" y="97450"/>
                  </a:lnTo>
                  <a:lnTo>
                    <a:pt x="99457" y="64430"/>
                  </a:lnTo>
                  <a:lnTo>
                    <a:pt x="138474" y="37402"/>
                  </a:lnTo>
                  <a:lnTo>
                    <a:pt x="182022" y="17138"/>
                  </a:lnTo>
                  <a:lnTo>
                    <a:pt x="229308" y="4413"/>
                  </a:lnTo>
                  <a:lnTo>
                    <a:pt x="279544" y="0"/>
                  </a:lnTo>
                  <a:lnTo>
                    <a:pt x="633701" y="0"/>
                  </a:lnTo>
                  <a:lnTo>
                    <a:pt x="683936" y="4413"/>
                  </a:lnTo>
                  <a:lnTo>
                    <a:pt x="731223" y="17138"/>
                  </a:lnTo>
                  <a:lnTo>
                    <a:pt x="774770" y="37402"/>
                  </a:lnTo>
                  <a:lnTo>
                    <a:pt x="813787" y="64430"/>
                  </a:lnTo>
                  <a:lnTo>
                    <a:pt x="847483" y="97450"/>
                  </a:lnTo>
                  <a:lnTo>
                    <a:pt x="875068" y="135687"/>
                  </a:lnTo>
                  <a:lnTo>
                    <a:pt x="895750" y="178369"/>
                  </a:lnTo>
                  <a:lnTo>
                    <a:pt x="908739" y="224722"/>
                  </a:lnTo>
                  <a:lnTo>
                    <a:pt x="913245" y="273973"/>
                  </a:lnTo>
                  <a:lnTo>
                    <a:pt x="908739" y="323224"/>
                  </a:lnTo>
                  <a:lnTo>
                    <a:pt x="895750" y="369577"/>
                  </a:lnTo>
                  <a:lnTo>
                    <a:pt x="875068" y="412259"/>
                  </a:lnTo>
                  <a:lnTo>
                    <a:pt x="847483" y="450496"/>
                  </a:lnTo>
                  <a:lnTo>
                    <a:pt x="813787" y="483516"/>
                  </a:lnTo>
                  <a:lnTo>
                    <a:pt x="774770" y="510544"/>
                  </a:lnTo>
                  <a:lnTo>
                    <a:pt x="731223" y="530808"/>
                  </a:lnTo>
                  <a:lnTo>
                    <a:pt x="683936" y="543533"/>
                  </a:lnTo>
                  <a:lnTo>
                    <a:pt x="633701" y="5479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8362588" y="3342478"/>
              <a:ext cx="913765" cy="548005"/>
            </a:xfrm>
            <a:custGeom>
              <a:avLst/>
              <a:gdLst/>
              <a:ahLst/>
              <a:cxnLst/>
              <a:rect l="l" t="t" r="r" b="b"/>
              <a:pathLst>
                <a:path w="913765" h="548004">
                  <a:moveTo>
                    <a:pt x="279544" y="0"/>
                  </a:moveTo>
                  <a:lnTo>
                    <a:pt x="633701" y="0"/>
                  </a:lnTo>
                  <a:lnTo>
                    <a:pt x="683936" y="4413"/>
                  </a:lnTo>
                  <a:lnTo>
                    <a:pt x="731223" y="17138"/>
                  </a:lnTo>
                  <a:lnTo>
                    <a:pt x="774770" y="37402"/>
                  </a:lnTo>
                  <a:lnTo>
                    <a:pt x="813787" y="64430"/>
                  </a:lnTo>
                  <a:lnTo>
                    <a:pt x="847483" y="97450"/>
                  </a:lnTo>
                  <a:lnTo>
                    <a:pt x="875068" y="135687"/>
                  </a:lnTo>
                  <a:lnTo>
                    <a:pt x="895750" y="178369"/>
                  </a:lnTo>
                  <a:lnTo>
                    <a:pt x="908739" y="224722"/>
                  </a:lnTo>
                  <a:lnTo>
                    <a:pt x="913245" y="273973"/>
                  </a:lnTo>
                  <a:lnTo>
                    <a:pt x="908739" y="323224"/>
                  </a:lnTo>
                  <a:lnTo>
                    <a:pt x="895750" y="369577"/>
                  </a:lnTo>
                  <a:lnTo>
                    <a:pt x="875068" y="412259"/>
                  </a:lnTo>
                  <a:lnTo>
                    <a:pt x="847483" y="450496"/>
                  </a:lnTo>
                  <a:lnTo>
                    <a:pt x="813787" y="483516"/>
                  </a:lnTo>
                  <a:lnTo>
                    <a:pt x="774770" y="510544"/>
                  </a:lnTo>
                  <a:lnTo>
                    <a:pt x="731223" y="530808"/>
                  </a:lnTo>
                  <a:lnTo>
                    <a:pt x="683936" y="543533"/>
                  </a:lnTo>
                  <a:lnTo>
                    <a:pt x="633701" y="547947"/>
                  </a:lnTo>
                  <a:lnTo>
                    <a:pt x="279544" y="547947"/>
                  </a:lnTo>
                  <a:lnTo>
                    <a:pt x="229308" y="543533"/>
                  </a:lnTo>
                  <a:lnTo>
                    <a:pt x="182022" y="530808"/>
                  </a:lnTo>
                  <a:lnTo>
                    <a:pt x="138474" y="510544"/>
                  </a:lnTo>
                  <a:lnTo>
                    <a:pt x="99457" y="483516"/>
                  </a:lnTo>
                  <a:lnTo>
                    <a:pt x="65761" y="450496"/>
                  </a:lnTo>
                  <a:lnTo>
                    <a:pt x="38176" y="412259"/>
                  </a:lnTo>
                  <a:lnTo>
                    <a:pt x="17494" y="369577"/>
                  </a:lnTo>
                  <a:lnTo>
                    <a:pt x="4505" y="323224"/>
                  </a:lnTo>
                  <a:lnTo>
                    <a:pt x="0" y="273973"/>
                  </a:lnTo>
                  <a:lnTo>
                    <a:pt x="4505" y="224722"/>
                  </a:lnTo>
                  <a:lnTo>
                    <a:pt x="17494" y="178369"/>
                  </a:lnTo>
                  <a:lnTo>
                    <a:pt x="38176" y="135687"/>
                  </a:lnTo>
                  <a:lnTo>
                    <a:pt x="65761" y="97450"/>
                  </a:lnTo>
                  <a:lnTo>
                    <a:pt x="99457" y="64430"/>
                  </a:lnTo>
                  <a:lnTo>
                    <a:pt x="138474" y="37402"/>
                  </a:lnTo>
                  <a:lnTo>
                    <a:pt x="182022" y="17138"/>
                  </a:lnTo>
                  <a:lnTo>
                    <a:pt x="229308" y="4413"/>
                  </a:lnTo>
                  <a:lnTo>
                    <a:pt x="279544" y="0"/>
                  </a:lnTo>
                  <a:close/>
                </a:path>
              </a:pathLst>
            </a:custGeom>
            <a:ln w="182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8521577" y="3418636"/>
            <a:ext cx="1059796" cy="1679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ru-RU" sz="1000" spc="25" dirty="0">
                <a:latin typeface="Arial" panose="020B0604020202020204" pitchFamily="34" charset="0"/>
                <a:cs typeface="Arial" panose="020B0604020202020204" pitchFamily="34" charset="0"/>
              </a:rPr>
              <a:t>Потребитель</a:t>
            </a:r>
            <a:r>
              <a:rPr sz="10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spc="5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204308" y="579910"/>
            <a:ext cx="1644014" cy="6598920"/>
            <a:chOff x="4204308" y="579910"/>
            <a:chExt cx="1644014" cy="6598920"/>
          </a:xfrm>
        </p:grpSpPr>
        <p:sp>
          <p:nvSpPr>
            <p:cNvPr id="56" name="object 56"/>
            <p:cNvSpPr/>
            <p:nvPr/>
          </p:nvSpPr>
          <p:spPr>
            <a:xfrm>
              <a:off x="4204308" y="579910"/>
              <a:ext cx="1644014" cy="694690"/>
            </a:xfrm>
            <a:custGeom>
              <a:avLst/>
              <a:gdLst/>
              <a:ahLst/>
              <a:cxnLst/>
              <a:rect l="l" t="t" r="r" b="b"/>
              <a:pathLst>
                <a:path w="1644014" h="694690">
                  <a:moveTo>
                    <a:pt x="1643841" y="694066"/>
                  </a:moveTo>
                  <a:lnTo>
                    <a:pt x="0" y="694066"/>
                  </a:lnTo>
                  <a:lnTo>
                    <a:pt x="0" y="0"/>
                  </a:lnTo>
                  <a:lnTo>
                    <a:pt x="1643841" y="0"/>
                  </a:lnTo>
                  <a:lnTo>
                    <a:pt x="1643841" y="69406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204308" y="1273977"/>
              <a:ext cx="1644014" cy="5904865"/>
            </a:xfrm>
            <a:custGeom>
              <a:avLst/>
              <a:gdLst/>
              <a:ahLst/>
              <a:cxnLst/>
              <a:rect l="l" t="t" r="r" b="b"/>
              <a:pathLst>
                <a:path w="1644014" h="5904865">
                  <a:moveTo>
                    <a:pt x="1643841" y="5904588"/>
                  </a:moveTo>
                  <a:lnTo>
                    <a:pt x="0" y="5904588"/>
                  </a:lnTo>
                  <a:lnTo>
                    <a:pt x="0" y="0"/>
                  </a:lnTo>
                  <a:lnTo>
                    <a:pt x="1643841" y="0"/>
                  </a:lnTo>
                  <a:lnTo>
                    <a:pt x="1643841" y="5904588"/>
                  </a:lnTo>
                  <a:close/>
                </a:path>
              </a:pathLst>
            </a:custGeom>
            <a:solidFill>
              <a:srgbClr val="F0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4238471" y="644836"/>
            <a:ext cx="1165380" cy="47448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120"/>
              </a:spcBef>
            </a:pPr>
            <a:r>
              <a:rPr sz="1200" b="1" spc="1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P</a:t>
            </a:r>
            <a:endParaRPr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lang="ru-RU" sz="1200" b="1" spc="1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ПРОЦЕСС</a:t>
            </a:r>
            <a:endParaRPr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4413250" y="1703127"/>
            <a:ext cx="1461890" cy="566420"/>
            <a:chOff x="4555831" y="1703127"/>
            <a:chExt cx="932180" cy="566420"/>
          </a:xfrm>
        </p:grpSpPr>
        <p:sp>
          <p:nvSpPr>
            <p:cNvPr id="60" name="object 60"/>
            <p:cNvSpPr/>
            <p:nvPr/>
          </p:nvSpPr>
          <p:spPr>
            <a:xfrm>
              <a:off x="4565039" y="1712335"/>
              <a:ext cx="913765" cy="548005"/>
            </a:xfrm>
            <a:custGeom>
              <a:avLst/>
              <a:gdLst/>
              <a:ahLst/>
              <a:cxnLst/>
              <a:rect l="l" t="t" r="r" b="b"/>
              <a:pathLst>
                <a:path w="913764" h="548005">
                  <a:moveTo>
                    <a:pt x="884728" y="547947"/>
                  </a:moveTo>
                  <a:lnTo>
                    <a:pt x="28517" y="547947"/>
                  </a:lnTo>
                  <a:lnTo>
                    <a:pt x="24323" y="547112"/>
                  </a:lnTo>
                  <a:lnTo>
                    <a:pt x="0" y="519429"/>
                  </a:lnTo>
                  <a:lnTo>
                    <a:pt x="0" y="28517"/>
                  </a:lnTo>
                  <a:lnTo>
                    <a:pt x="28517" y="0"/>
                  </a:lnTo>
                  <a:lnTo>
                    <a:pt x="32877" y="0"/>
                  </a:lnTo>
                  <a:lnTo>
                    <a:pt x="884728" y="0"/>
                  </a:lnTo>
                  <a:lnTo>
                    <a:pt x="913245" y="28517"/>
                  </a:lnTo>
                  <a:lnTo>
                    <a:pt x="913245" y="519429"/>
                  </a:lnTo>
                  <a:lnTo>
                    <a:pt x="888922" y="547112"/>
                  </a:lnTo>
                  <a:lnTo>
                    <a:pt x="884728" y="5479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4565039" y="1712335"/>
              <a:ext cx="913765" cy="548005"/>
            </a:xfrm>
            <a:custGeom>
              <a:avLst/>
              <a:gdLst/>
              <a:ahLst/>
              <a:cxnLst/>
              <a:rect l="l" t="t" r="r" b="b"/>
              <a:pathLst>
                <a:path w="913764" h="548005">
                  <a:moveTo>
                    <a:pt x="32877" y="0"/>
                  </a:moveTo>
                  <a:lnTo>
                    <a:pt x="880369" y="0"/>
                  </a:lnTo>
                  <a:lnTo>
                    <a:pt x="884728" y="0"/>
                  </a:lnTo>
                  <a:lnTo>
                    <a:pt x="888922" y="834"/>
                  </a:lnTo>
                  <a:lnTo>
                    <a:pt x="892949" y="2502"/>
                  </a:lnTo>
                  <a:lnTo>
                    <a:pt x="896977" y="4170"/>
                  </a:lnTo>
                  <a:lnTo>
                    <a:pt x="900533" y="6546"/>
                  </a:lnTo>
                  <a:lnTo>
                    <a:pt x="903616" y="9629"/>
                  </a:lnTo>
                  <a:lnTo>
                    <a:pt x="906699" y="12711"/>
                  </a:lnTo>
                  <a:lnTo>
                    <a:pt x="909074" y="16267"/>
                  </a:lnTo>
                  <a:lnTo>
                    <a:pt x="910742" y="20295"/>
                  </a:lnTo>
                  <a:lnTo>
                    <a:pt x="912410" y="24323"/>
                  </a:lnTo>
                  <a:lnTo>
                    <a:pt x="913245" y="28517"/>
                  </a:lnTo>
                  <a:lnTo>
                    <a:pt x="913246" y="32876"/>
                  </a:lnTo>
                  <a:lnTo>
                    <a:pt x="913246" y="515070"/>
                  </a:lnTo>
                  <a:lnTo>
                    <a:pt x="913245" y="519429"/>
                  </a:lnTo>
                  <a:lnTo>
                    <a:pt x="912410" y="523623"/>
                  </a:lnTo>
                  <a:lnTo>
                    <a:pt x="910742" y="527651"/>
                  </a:lnTo>
                  <a:lnTo>
                    <a:pt x="909074" y="531679"/>
                  </a:lnTo>
                  <a:lnTo>
                    <a:pt x="892949" y="545444"/>
                  </a:lnTo>
                  <a:lnTo>
                    <a:pt x="888922" y="547112"/>
                  </a:lnTo>
                  <a:lnTo>
                    <a:pt x="884728" y="547947"/>
                  </a:lnTo>
                  <a:lnTo>
                    <a:pt x="880369" y="547947"/>
                  </a:lnTo>
                  <a:lnTo>
                    <a:pt x="32877" y="547947"/>
                  </a:lnTo>
                  <a:lnTo>
                    <a:pt x="9629" y="538317"/>
                  </a:lnTo>
                  <a:lnTo>
                    <a:pt x="6546" y="535234"/>
                  </a:lnTo>
                  <a:lnTo>
                    <a:pt x="4171" y="531679"/>
                  </a:lnTo>
                  <a:lnTo>
                    <a:pt x="2502" y="527651"/>
                  </a:lnTo>
                  <a:lnTo>
                    <a:pt x="833" y="523623"/>
                  </a:lnTo>
                  <a:lnTo>
                    <a:pt x="0" y="519429"/>
                  </a:lnTo>
                  <a:lnTo>
                    <a:pt x="0" y="515070"/>
                  </a:lnTo>
                  <a:lnTo>
                    <a:pt x="0" y="32876"/>
                  </a:lnTo>
                  <a:lnTo>
                    <a:pt x="0" y="28517"/>
                  </a:lnTo>
                  <a:lnTo>
                    <a:pt x="833" y="24323"/>
                  </a:lnTo>
                  <a:lnTo>
                    <a:pt x="2502" y="20295"/>
                  </a:lnTo>
                  <a:lnTo>
                    <a:pt x="4171" y="16267"/>
                  </a:lnTo>
                  <a:lnTo>
                    <a:pt x="6546" y="12711"/>
                  </a:lnTo>
                  <a:lnTo>
                    <a:pt x="9629" y="9629"/>
                  </a:lnTo>
                  <a:lnTo>
                    <a:pt x="12712" y="6546"/>
                  </a:lnTo>
                  <a:lnTo>
                    <a:pt x="16267" y="4170"/>
                  </a:lnTo>
                  <a:lnTo>
                    <a:pt x="20295" y="2502"/>
                  </a:lnTo>
                  <a:lnTo>
                    <a:pt x="24323" y="834"/>
                  </a:lnTo>
                  <a:lnTo>
                    <a:pt x="28517" y="0"/>
                  </a:lnTo>
                  <a:lnTo>
                    <a:pt x="32877" y="0"/>
                  </a:lnTo>
                  <a:close/>
                </a:path>
              </a:pathLst>
            </a:custGeom>
            <a:ln w="182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4582325" y="1835727"/>
            <a:ext cx="1202525" cy="32188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Этап (шаг/подпроцесс) </a:t>
            </a:r>
            <a:r>
              <a:rPr sz="10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spc="5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4413250" y="2783040"/>
            <a:ext cx="1461890" cy="566420"/>
            <a:chOff x="4555831" y="2783040"/>
            <a:chExt cx="932180" cy="566420"/>
          </a:xfrm>
        </p:grpSpPr>
        <p:sp>
          <p:nvSpPr>
            <p:cNvPr id="64" name="object 64"/>
            <p:cNvSpPr/>
            <p:nvPr/>
          </p:nvSpPr>
          <p:spPr>
            <a:xfrm>
              <a:off x="4565039" y="2792247"/>
              <a:ext cx="913765" cy="548005"/>
            </a:xfrm>
            <a:custGeom>
              <a:avLst/>
              <a:gdLst/>
              <a:ahLst/>
              <a:cxnLst/>
              <a:rect l="l" t="t" r="r" b="b"/>
              <a:pathLst>
                <a:path w="913764" h="548004">
                  <a:moveTo>
                    <a:pt x="884728" y="547946"/>
                  </a:moveTo>
                  <a:lnTo>
                    <a:pt x="28517" y="547946"/>
                  </a:lnTo>
                  <a:lnTo>
                    <a:pt x="24323" y="547112"/>
                  </a:lnTo>
                  <a:lnTo>
                    <a:pt x="0" y="519429"/>
                  </a:lnTo>
                  <a:lnTo>
                    <a:pt x="0" y="28516"/>
                  </a:lnTo>
                  <a:lnTo>
                    <a:pt x="28517" y="0"/>
                  </a:lnTo>
                  <a:lnTo>
                    <a:pt x="32877" y="0"/>
                  </a:lnTo>
                  <a:lnTo>
                    <a:pt x="884728" y="0"/>
                  </a:lnTo>
                  <a:lnTo>
                    <a:pt x="913245" y="28516"/>
                  </a:lnTo>
                  <a:lnTo>
                    <a:pt x="913245" y="519429"/>
                  </a:lnTo>
                  <a:lnTo>
                    <a:pt x="888922" y="547112"/>
                  </a:lnTo>
                  <a:lnTo>
                    <a:pt x="884728" y="5479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4565039" y="2792247"/>
              <a:ext cx="913765" cy="548005"/>
            </a:xfrm>
            <a:custGeom>
              <a:avLst/>
              <a:gdLst/>
              <a:ahLst/>
              <a:cxnLst/>
              <a:rect l="l" t="t" r="r" b="b"/>
              <a:pathLst>
                <a:path w="913764" h="548004">
                  <a:moveTo>
                    <a:pt x="32877" y="0"/>
                  </a:moveTo>
                  <a:lnTo>
                    <a:pt x="880369" y="0"/>
                  </a:lnTo>
                  <a:lnTo>
                    <a:pt x="884728" y="0"/>
                  </a:lnTo>
                  <a:lnTo>
                    <a:pt x="888922" y="834"/>
                  </a:lnTo>
                  <a:lnTo>
                    <a:pt x="892949" y="2502"/>
                  </a:lnTo>
                  <a:lnTo>
                    <a:pt x="896977" y="4170"/>
                  </a:lnTo>
                  <a:lnTo>
                    <a:pt x="900533" y="6546"/>
                  </a:lnTo>
                  <a:lnTo>
                    <a:pt x="903616" y="9629"/>
                  </a:lnTo>
                  <a:lnTo>
                    <a:pt x="906699" y="12711"/>
                  </a:lnTo>
                  <a:lnTo>
                    <a:pt x="909074" y="16267"/>
                  </a:lnTo>
                  <a:lnTo>
                    <a:pt x="910742" y="20294"/>
                  </a:lnTo>
                  <a:lnTo>
                    <a:pt x="912410" y="24323"/>
                  </a:lnTo>
                  <a:lnTo>
                    <a:pt x="913245" y="28516"/>
                  </a:lnTo>
                  <a:lnTo>
                    <a:pt x="913246" y="32876"/>
                  </a:lnTo>
                  <a:lnTo>
                    <a:pt x="913246" y="515070"/>
                  </a:lnTo>
                  <a:lnTo>
                    <a:pt x="913245" y="519429"/>
                  </a:lnTo>
                  <a:lnTo>
                    <a:pt x="912410" y="523623"/>
                  </a:lnTo>
                  <a:lnTo>
                    <a:pt x="910742" y="527651"/>
                  </a:lnTo>
                  <a:lnTo>
                    <a:pt x="909074" y="531679"/>
                  </a:lnTo>
                  <a:lnTo>
                    <a:pt x="892949" y="545444"/>
                  </a:lnTo>
                  <a:lnTo>
                    <a:pt x="888922" y="547112"/>
                  </a:lnTo>
                  <a:lnTo>
                    <a:pt x="884728" y="547946"/>
                  </a:lnTo>
                  <a:lnTo>
                    <a:pt x="880369" y="547947"/>
                  </a:lnTo>
                  <a:lnTo>
                    <a:pt x="32877" y="547947"/>
                  </a:lnTo>
                  <a:lnTo>
                    <a:pt x="9629" y="538317"/>
                  </a:lnTo>
                  <a:lnTo>
                    <a:pt x="6546" y="535234"/>
                  </a:lnTo>
                  <a:lnTo>
                    <a:pt x="4171" y="531679"/>
                  </a:lnTo>
                  <a:lnTo>
                    <a:pt x="2502" y="527651"/>
                  </a:lnTo>
                  <a:lnTo>
                    <a:pt x="833" y="523623"/>
                  </a:lnTo>
                  <a:lnTo>
                    <a:pt x="0" y="519429"/>
                  </a:lnTo>
                  <a:lnTo>
                    <a:pt x="0" y="515070"/>
                  </a:lnTo>
                  <a:lnTo>
                    <a:pt x="0" y="32876"/>
                  </a:lnTo>
                  <a:lnTo>
                    <a:pt x="0" y="28516"/>
                  </a:lnTo>
                  <a:lnTo>
                    <a:pt x="833" y="24323"/>
                  </a:lnTo>
                  <a:lnTo>
                    <a:pt x="2502" y="20295"/>
                  </a:lnTo>
                  <a:lnTo>
                    <a:pt x="4171" y="16267"/>
                  </a:lnTo>
                  <a:lnTo>
                    <a:pt x="6546" y="12712"/>
                  </a:lnTo>
                  <a:lnTo>
                    <a:pt x="9629" y="9629"/>
                  </a:lnTo>
                  <a:lnTo>
                    <a:pt x="12712" y="6546"/>
                  </a:lnTo>
                  <a:lnTo>
                    <a:pt x="16267" y="4170"/>
                  </a:lnTo>
                  <a:lnTo>
                    <a:pt x="20295" y="2502"/>
                  </a:lnTo>
                  <a:lnTo>
                    <a:pt x="24323" y="834"/>
                  </a:lnTo>
                  <a:lnTo>
                    <a:pt x="28517" y="0"/>
                  </a:lnTo>
                  <a:lnTo>
                    <a:pt x="32877" y="0"/>
                  </a:lnTo>
                  <a:close/>
                </a:path>
              </a:pathLst>
            </a:custGeom>
            <a:ln w="182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4574640" y="2924002"/>
            <a:ext cx="1210209" cy="32188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Этап (шаг/подпроцесс) </a:t>
            </a:r>
            <a:r>
              <a:rPr sz="10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spc="5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4413250" y="3862952"/>
            <a:ext cx="1461890" cy="566420"/>
            <a:chOff x="4555831" y="3862952"/>
            <a:chExt cx="932180" cy="566420"/>
          </a:xfrm>
        </p:grpSpPr>
        <p:sp>
          <p:nvSpPr>
            <p:cNvPr id="68" name="object 68"/>
            <p:cNvSpPr/>
            <p:nvPr/>
          </p:nvSpPr>
          <p:spPr>
            <a:xfrm>
              <a:off x="4565039" y="3872160"/>
              <a:ext cx="913765" cy="548005"/>
            </a:xfrm>
            <a:custGeom>
              <a:avLst/>
              <a:gdLst/>
              <a:ahLst/>
              <a:cxnLst/>
              <a:rect l="l" t="t" r="r" b="b"/>
              <a:pathLst>
                <a:path w="913764" h="548004">
                  <a:moveTo>
                    <a:pt x="884728" y="547946"/>
                  </a:moveTo>
                  <a:lnTo>
                    <a:pt x="28517" y="547946"/>
                  </a:lnTo>
                  <a:lnTo>
                    <a:pt x="24323" y="547112"/>
                  </a:lnTo>
                  <a:lnTo>
                    <a:pt x="0" y="519429"/>
                  </a:lnTo>
                  <a:lnTo>
                    <a:pt x="0" y="28516"/>
                  </a:lnTo>
                  <a:lnTo>
                    <a:pt x="28517" y="0"/>
                  </a:lnTo>
                  <a:lnTo>
                    <a:pt x="32877" y="0"/>
                  </a:lnTo>
                  <a:lnTo>
                    <a:pt x="884728" y="0"/>
                  </a:lnTo>
                  <a:lnTo>
                    <a:pt x="913245" y="28516"/>
                  </a:lnTo>
                  <a:lnTo>
                    <a:pt x="913245" y="519429"/>
                  </a:lnTo>
                  <a:lnTo>
                    <a:pt x="888922" y="547112"/>
                  </a:lnTo>
                  <a:lnTo>
                    <a:pt x="884728" y="5479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4565039" y="3872160"/>
              <a:ext cx="913765" cy="548005"/>
            </a:xfrm>
            <a:custGeom>
              <a:avLst/>
              <a:gdLst/>
              <a:ahLst/>
              <a:cxnLst/>
              <a:rect l="l" t="t" r="r" b="b"/>
              <a:pathLst>
                <a:path w="913764" h="548004">
                  <a:moveTo>
                    <a:pt x="32877" y="0"/>
                  </a:moveTo>
                  <a:lnTo>
                    <a:pt x="880369" y="0"/>
                  </a:lnTo>
                  <a:lnTo>
                    <a:pt x="884728" y="0"/>
                  </a:lnTo>
                  <a:lnTo>
                    <a:pt x="888922" y="834"/>
                  </a:lnTo>
                  <a:lnTo>
                    <a:pt x="892949" y="2502"/>
                  </a:lnTo>
                  <a:lnTo>
                    <a:pt x="896977" y="4170"/>
                  </a:lnTo>
                  <a:lnTo>
                    <a:pt x="900533" y="6546"/>
                  </a:lnTo>
                  <a:lnTo>
                    <a:pt x="903616" y="9629"/>
                  </a:lnTo>
                  <a:lnTo>
                    <a:pt x="906699" y="12711"/>
                  </a:lnTo>
                  <a:lnTo>
                    <a:pt x="909074" y="16266"/>
                  </a:lnTo>
                  <a:lnTo>
                    <a:pt x="910742" y="20294"/>
                  </a:lnTo>
                  <a:lnTo>
                    <a:pt x="912410" y="24322"/>
                  </a:lnTo>
                  <a:lnTo>
                    <a:pt x="913245" y="28516"/>
                  </a:lnTo>
                  <a:lnTo>
                    <a:pt x="913246" y="32876"/>
                  </a:lnTo>
                  <a:lnTo>
                    <a:pt x="913246" y="515070"/>
                  </a:lnTo>
                  <a:lnTo>
                    <a:pt x="913245" y="519429"/>
                  </a:lnTo>
                  <a:lnTo>
                    <a:pt x="912410" y="523623"/>
                  </a:lnTo>
                  <a:lnTo>
                    <a:pt x="910742" y="527651"/>
                  </a:lnTo>
                  <a:lnTo>
                    <a:pt x="909074" y="531678"/>
                  </a:lnTo>
                  <a:lnTo>
                    <a:pt x="892949" y="545444"/>
                  </a:lnTo>
                  <a:lnTo>
                    <a:pt x="888922" y="547112"/>
                  </a:lnTo>
                  <a:lnTo>
                    <a:pt x="884728" y="547946"/>
                  </a:lnTo>
                  <a:lnTo>
                    <a:pt x="880369" y="547947"/>
                  </a:lnTo>
                  <a:lnTo>
                    <a:pt x="32877" y="547947"/>
                  </a:lnTo>
                  <a:lnTo>
                    <a:pt x="2502" y="527651"/>
                  </a:lnTo>
                  <a:lnTo>
                    <a:pt x="833" y="523623"/>
                  </a:lnTo>
                  <a:lnTo>
                    <a:pt x="0" y="519429"/>
                  </a:lnTo>
                  <a:lnTo>
                    <a:pt x="0" y="515070"/>
                  </a:lnTo>
                  <a:lnTo>
                    <a:pt x="0" y="32876"/>
                  </a:lnTo>
                  <a:lnTo>
                    <a:pt x="9629" y="9629"/>
                  </a:lnTo>
                  <a:lnTo>
                    <a:pt x="12712" y="6546"/>
                  </a:lnTo>
                  <a:lnTo>
                    <a:pt x="16267" y="4170"/>
                  </a:lnTo>
                  <a:lnTo>
                    <a:pt x="20295" y="2502"/>
                  </a:lnTo>
                  <a:lnTo>
                    <a:pt x="24323" y="834"/>
                  </a:lnTo>
                  <a:lnTo>
                    <a:pt x="28517" y="0"/>
                  </a:lnTo>
                  <a:lnTo>
                    <a:pt x="32877" y="0"/>
                  </a:lnTo>
                  <a:close/>
                </a:path>
              </a:pathLst>
            </a:custGeom>
            <a:ln w="182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4458570" y="3990257"/>
            <a:ext cx="1371250" cy="33470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Этап 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(шаг /подпроцесс) </a:t>
            </a:r>
            <a:r>
              <a:rPr sz="10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spc="5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4413250" y="4942865"/>
            <a:ext cx="1461890" cy="566420"/>
            <a:chOff x="4555831" y="4942865"/>
            <a:chExt cx="932180" cy="566420"/>
          </a:xfrm>
        </p:grpSpPr>
        <p:sp>
          <p:nvSpPr>
            <p:cNvPr id="72" name="object 72"/>
            <p:cNvSpPr/>
            <p:nvPr/>
          </p:nvSpPr>
          <p:spPr>
            <a:xfrm>
              <a:off x="4565039" y="4952073"/>
              <a:ext cx="913765" cy="548005"/>
            </a:xfrm>
            <a:custGeom>
              <a:avLst/>
              <a:gdLst/>
              <a:ahLst/>
              <a:cxnLst/>
              <a:rect l="l" t="t" r="r" b="b"/>
              <a:pathLst>
                <a:path w="913764" h="548004">
                  <a:moveTo>
                    <a:pt x="884728" y="547947"/>
                  </a:moveTo>
                  <a:lnTo>
                    <a:pt x="28517" y="547947"/>
                  </a:lnTo>
                  <a:lnTo>
                    <a:pt x="24323" y="547112"/>
                  </a:lnTo>
                  <a:lnTo>
                    <a:pt x="0" y="519430"/>
                  </a:lnTo>
                  <a:lnTo>
                    <a:pt x="0" y="28516"/>
                  </a:lnTo>
                  <a:lnTo>
                    <a:pt x="28517" y="0"/>
                  </a:lnTo>
                  <a:lnTo>
                    <a:pt x="32877" y="0"/>
                  </a:lnTo>
                  <a:lnTo>
                    <a:pt x="884728" y="0"/>
                  </a:lnTo>
                  <a:lnTo>
                    <a:pt x="913245" y="28516"/>
                  </a:lnTo>
                  <a:lnTo>
                    <a:pt x="913245" y="519430"/>
                  </a:lnTo>
                  <a:lnTo>
                    <a:pt x="888922" y="547112"/>
                  </a:lnTo>
                  <a:lnTo>
                    <a:pt x="884728" y="5479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object 73"/>
            <p:cNvSpPr/>
            <p:nvPr/>
          </p:nvSpPr>
          <p:spPr>
            <a:xfrm>
              <a:off x="4565039" y="4952073"/>
              <a:ext cx="913765" cy="548005"/>
            </a:xfrm>
            <a:custGeom>
              <a:avLst/>
              <a:gdLst/>
              <a:ahLst/>
              <a:cxnLst/>
              <a:rect l="l" t="t" r="r" b="b"/>
              <a:pathLst>
                <a:path w="913764" h="548004">
                  <a:moveTo>
                    <a:pt x="32877" y="0"/>
                  </a:moveTo>
                  <a:lnTo>
                    <a:pt x="880369" y="0"/>
                  </a:lnTo>
                  <a:lnTo>
                    <a:pt x="884728" y="0"/>
                  </a:lnTo>
                  <a:lnTo>
                    <a:pt x="888922" y="833"/>
                  </a:lnTo>
                  <a:lnTo>
                    <a:pt x="892949" y="2502"/>
                  </a:lnTo>
                  <a:lnTo>
                    <a:pt x="896977" y="4170"/>
                  </a:lnTo>
                  <a:lnTo>
                    <a:pt x="900533" y="6546"/>
                  </a:lnTo>
                  <a:lnTo>
                    <a:pt x="903616" y="9629"/>
                  </a:lnTo>
                  <a:lnTo>
                    <a:pt x="906699" y="12711"/>
                  </a:lnTo>
                  <a:lnTo>
                    <a:pt x="909074" y="16266"/>
                  </a:lnTo>
                  <a:lnTo>
                    <a:pt x="910742" y="20294"/>
                  </a:lnTo>
                  <a:lnTo>
                    <a:pt x="912410" y="24322"/>
                  </a:lnTo>
                  <a:lnTo>
                    <a:pt x="913245" y="28516"/>
                  </a:lnTo>
                  <a:lnTo>
                    <a:pt x="913246" y="32876"/>
                  </a:lnTo>
                  <a:lnTo>
                    <a:pt x="913246" y="515070"/>
                  </a:lnTo>
                  <a:lnTo>
                    <a:pt x="913245" y="519430"/>
                  </a:lnTo>
                  <a:lnTo>
                    <a:pt x="912410" y="523623"/>
                  </a:lnTo>
                  <a:lnTo>
                    <a:pt x="910742" y="527651"/>
                  </a:lnTo>
                  <a:lnTo>
                    <a:pt x="909074" y="531679"/>
                  </a:lnTo>
                  <a:lnTo>
                    <a:pt x="906699" y="535234"/>
                  </a:lnTo>
                  <a:lnTo>
                    <a:pt x="903616" y="538317"/>
                  </a:lnTo>
                  <a:lnTo>
                    <a:pt x="900533" y="541400"/>
                  </a:lnTo>
                  <a:lnTo>
                    <a:pt x="896977" y="543775"/>
                  </a:lnTo>
                  <a:lnTo>
                    <a:pt x="892949" y="545443"/>
                  </a:lnTo>
                  <a:lnTo>
                    <a:pt x="888922" y="547112"/>
                  </a:lnTo>
                  <a:lnTo>
                    <a:pt x="884728" y="547947"/>
                  </a:lnTo>
                  <a:lnTo>
                    <a:pt x="880369" y="547947"/>
                  </a:lnTo>
                  <a:lnTo>
                    <a:pt x="32877" y="547947"/>
                  </a:lnTo>
                  <a:lnTo>
                    <a:pt x="28517" y="547947"/>
                  </a:lnTo>
                  <a:lnTo>
                    <a:pt x="24323" y="547112"/>
                  </a:lnTo>
                  <a:lnTo>
                    <a:pt x="20295" y="545443"/>
                  </a:lnTo>
                  <a:lnTo>
                    <a:pt x="16267" y="543775"/>
                  </a:lnTo>
                  <a:lnTo>
                    <a:pt x="12712" y="541400"/>
                  </a:lnTo>
                  <a:lnTo>
                    <a:pt x="9629" y="538317"/>
                  </a:lnTo>
                  <a:lnTo>
                    <a:pt x="6546" y="535234"/>
                  </a:lnTo>
                  <a:lnTo>
                    <a:pt x="4171" y="531679"/>
                  </a:lnTo>
                  <a:lnTo>
                    <a:pt x="2502" y="527651"/>
                  </a:lnTo>
                  <a:lnTo>
                    <a:pt x="833" y="523623"/>
                  </a:lnTo>
                  <a:lnTo>
                    <a:pt x="0" y="519430"/>
                  </a:lnTo>
                  <a:lnTo>
                    <a:pt x="0" y="515070"/>
                  </a:lnTo>
                  <a:lnTo>
                    <a:pt x="0" y="32876"/>
                  </a:lnTo>
                  <a:lnTo>
                    <a:pt x="0" y="28516"/>
                  </a:lnTo>
                  <a:lnTo>
                    <a:pt x="833" y="24322"/>
                  </a:lnTo>
                  <a:lnTo>
                    <a:pt x="2502" y="20294"/>
                  </a:lnTo>
                  <a:lnTo>
                    <a:pt x="4171" y="16266"/>
                  </a:lnTo>
                  <a:lnTo>
                    <a:pt x="6546" y="12711"/>
                  </a:lnTo>
                  <a:lnTo>
                    <a:pt x="9629" y="9629"/>
                  </a:lnTo>
                  <a:lnTo>
                    <a:pt x="12712" y="6546"/>
                  </a:lnTo>
                  <a:lnTo>
                    <a:pt x="16267" y="4170"/>
                  </a:lnTo>
                  <a:lnTo>
                    <a:pt x="20295" y="2502"/>
                  </a:lnTo>
                  <a:lnTo>
                    <a:pt x="24323" y="833"/>
                  </a:lnTo>
                  <a:lnTo>
                    <a:pt x="28517" y="0"/>
                  </a:lnTo>
                  <a:lnTo>
                    <a:pt x="32877" y="0"/>
                  </a:lnTo>
                  <a:close/>
                </a:path>
              </a:pathLst>
            </a:custGeom>
            <a:ln w="182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5" name="object 75"/>
          <p:cNvGrpSpPr/>
          <p:nvPr/>
        </p:nvGrpSpPr>
        <p:grpSpPr>
          <a:xfrm>
            <a:off x="4413250" y="6022778"/>
            <a:ext cx="1461890" cy="566420"/>
            <a:chOff x="4555831" y="6022778"/>
            <a:chExt cx="932180" cy="566420"/>
          </a:xfrm>
        </p:grpSpPr>
        <p:sp>
          <p:nvSpPr>
            <p:cNvPr id="76" name="object 76"/>
            <p:cNvSpPr/>
            <p:nvPr/>
          </p:nvSpPr>
          <p:spPr>
            <a:xfrm>
              <a:off x="4565039" y="6031986"/>
              <a:ext cx="913765" cy="548005"/>
            </a:xfrm>
            <a:custGeom>
              <a:avLst/>
              <a:gdLst/>
              <a:ahLst/>
              <a:cxnLst/>
              <a:rect l="l" t="t" r="r" b="b"/>
              <a:pathLst>
                <a:path w="913764" h="548004">
                  <a:moveTo>
                    <a:pt x="884728" y="547947"/>
                  </a:moveTo>
                  <a:lnTo>
                    <a:pt x="28517" y="547947"/>
                  </a:lnTo>
                  <a:lnTo>
                    <a:pt x="24323" y="547112"/>
                  </a:lnTo>
                  <a:lnTo>
                    <a:pt x="0" y="519430"/>
                  </a:lnTo>
                  <a:lnTo>
                    <a:pt x="0" y="28516"/>
                  </a:lnTo>
                  <a:lnTo>
                    <a:pt x="28517" y="0"/>
                  </a:lnTo>
                  <a:lnTo>
                    <a:pt x="32877" y="0"/>
                  </a:lnTo>
                  <a:lnTo>
                    <a:pt x="884728" y="0"/>
                  </a:lnTo>
                  <a:lnTo>
                    <a:pt x="913245" y="28516"/>
                  </a:lnTo>
                  <a:lnTo>
                    <a:pt x="913245" y="519430"/>
                  </a:lnTo>
                  <a:lnTo>
                    <a:pt x="888922" y="547112"/>
                  </a:lnTo>
                  <a:lnTo>
                    <a:pt x="884728" y="5479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object 77"/>
            <p:cNvSpPr/>
            <p:nvPr/>
          </p:nvSpPr>
          <p:spPr>
            <a:xfrm>
              <a:off x="4565039" y="6031986"/>
              <a:ext cx="913765" cy="548005"/>
            </a:xfrm>
            <a:custGeom>
              <a:avLst/>
              <a:gdLst/>
              <a:ahLst/>
              <a:cxnLst/>
              <a:rect l="l" t="t" r="r" b="b"/>
              <a:pathLst>
                <a:path w="913764" h="548004">
                  <a:moveTo>
                    <a:pt x="32877" y="0"/>
                  </a:moveTo>
                  <a:lnTo>
                    <a:pt x="880369" y="0"/>
                  </a:lnTo>
                  <a:lnTo>
                    <a:pt x="884728" y="0"/>
                  </a:lnTo>
                  <a:lnTo>
                    <a:pt x="888922" y="833"/>
                  </a:lnTo>
                  <a:lnTo>
                    <a:pt x="892949" y="2502"/>
                  </a:lnTo>
                  <a:lnTo>
                    <a:pt x="896977" y="4170"/>
                  </a:lnTo>
                  <a:lnTo>
                    <a:pt x="900533" y="6546"/>
                  </a:lnTo>
                  <a:lnTo>
                    <a:pt x="903616" y="9629"/>
                  </a:lnTo>
                  <a:lnTo>
                    <a:pt x="906699" y="12711"/>
                  </a:lnTo>
                  <a:lnTo>
                    <a:pt x="909074" y="16267"/>
                  </a:lnTo>
                  <a:lnTo>
                    <a:pt x="910742" y="20295"/>
                  </a:lnTo>
                  <a:lnTo>
                    <a:pt x="912410" y="24322"/>
                  </a:lnTo>
                  <a:lnTo>
                    <a:pt x="913245" y="28516"/>
                  </a:lnTo>
                  <a:lnTo>
                    <a:pt x="913246" y="32876"/>
                  </a:lnTo>
                  <a:lnTo>
                    <a:pt x="913246" y="515070"/>
                  </a:lnTo>
                  <a:lnTo>
                    <a:pt x="913245" y="519430"/>
                  </a:lnTo>
                  <a:lnTo>
                    <a:pt x="912410" y="523623"/>
                  </a:lnTo>
                  <a:lnTo>
                    <a:pt x="910742" y="527651"/>
                  </a:lnTo>
                  <a:lnTo>
                    <a:pt x="909074" y="531678"/>
                  </a:lnTo>
                  <a:lnTo>
                    <a:pt x="892949" y="545443"/>
                  </a:lnTo>
                  <a:lnTo>
                    <a:pt x="888922" y="547112"/>
                  </a:lnTo>
                  <a:lnTo>
                    <a:pt x="884728" y="547947"/>
                  </a:lnTo>
                  <a:lnTo>
                    <a:pt x="880369" y="547947"/>
                  </a:lnTo>
                  <a:lnTo>
                    <a:pt x="32877" y="547947"/>
                  </a:lnTo>
                  <a:lnTo>
                    <a:pt x="28517" y="547947"/>
                  </a:lnTo>
                  <a:lnTo>
                    <a:pt x="24323" y="547112"/>
                  </a:lnTo>
                  <a:lnTo>
                    <a:pt x="20295" y="545444"/>
                  </a:lnTo>
                  <a:lnTo>
                    <a:pt x="16267" y="543775"/>
                  </a:lnTo>
                  <a:lnTo>
                    <a:pt x="12712" y="541400"/>
                  </a:lnTo>
                  <a:lnTo>
                    <a:pt x="9629" y="538317"/>
                  </a:lnTo>
                  <a:lnTo>
                    <a:pt x="6546" y="535234"/>
                  </a:lnTo>
                  <a:lnTo>
                    <a:pt x="4171" y="531678"/>
                  </a:lnTo>
                  <a:lnTo>
                    <a:pt x="2502" y="527651"/>
                  </a:lnTo>
                  <a:lnTo>
                    <a:pt x="833" y="523623"/>
                  </a:lnTo>
                  <a:lnTo>
                    <a:pt x="0" y="519430"/>
                  </a:lnTo>
                  <a:lnTo>
                    <a:pt x="0" y="515070"/>
                  </a:lnTo>
                  <a:lnTo>
                    <a:pt x="0" y="32876"/>
                  </a:lnTo>
                  <a:lnTo>
                    <a:pt x="0" y="28516"/>
                  </a:lnTo>
                  <a:lnTo>
                    <a:pt x="833" y="24322"/>
                  </a:lnTo>
                  <a:lnTo>
                    <a:pt x="2502" y="20294"/>
                  </a:lnTo>
                  <a:lnTo>
                    <a:pt x="4171" y="16266"/>
                  </a:lnTo>
                  <a:lnTo>
                    <a:pt x="6546" y="12711"/>
                  </a:lnTo>
                  <a:lnTo>
                    <a:pt x="9629" y="9629"/>
                  </a:lnTo>
                  <a:lnTo>
                    <a:pt x="12712" y="6546"/>
                  </a:lnTo>
                  <a:lnTo>
                    <a:pt x="16267" y="4170"/>
                  </a:lnTo>
                  <a:lnTo>
                    <a:pt x="20295" y="2502"/>
                  </a:lnTo>
                  <a:lnTo>
                    <a:pt x="24323" y="833"/>
                  </a:lnTo>
                  <a:lnTo>
                    <a:pt x="28517" y="0"/>
                  </a:lnTo>
                  <a:lnTo>
                    <a:pt x="32877" y="0"/>
                  </a:lnTo>
                  <a:close/>
                </a:path>
              </a:pathLst>
            </a:custGeom>
            <a:ln w="182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13" name="Прямая со стрелкой 112"/>
          <p:cNvCxnSpPr/>
          <p:nvPr/>
        </p:nvCxnSpPr>
        <p:spPr>
          <a:xfrm>
            <a:off x="5784850" y="304800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 стрелкой 114"/>
          <p:cNvCxnSpPr/>
          <p:nvPr/>
        </p:nvCxnSpPr>
        <p:spPr>
          <a:xfrm>
            <a:off x="5099050" y="3352800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Прямая со стрелкой 115"/>
          <p:cNvCxnSpPr/>
          <p:nvPr/>
        </p:nvCxnSpPr>
        <p:spPr>
          <a:xfrm>
            <a:off x="5099050" y="4419600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Прямая со стрелкой 116"/>
          <p:cNvCxnSpPr/>
          <p:nvPr/>
        </p:nvCxnSpPr>
        <p:spPr>
          <a:xfrm>
            <a:off x="5099050" y="5486400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Прямая со стрелкой 117"/>
          <p:cNvCxnSpPr/>
          <p:nvPr/>
        </p:nvCxnSpPr>
        <p:spPr>
          <a:xfrm>
            <a:off x="5784850" y="632460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 стрелкой 118"/>
          <p:cNvCxnSpPr/>
          <p:nvPr/>
        </p:nvCxnSpPr>
        <p:spPr>
          <a:xfrm>
            <a:off x="1746250" y="548640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Прямая со стрелкой 119"/>
          <p:cNvCxnSpPr/>
          <p:nvPr/>
        </p:nvCxnSpPr>
        <p:spPr>
          <a:xfrm flipV="1">
            <a:off x="1746250" y="2667000"/>
            <a:ext cx="7620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Прямая со стрелкой 121"/>
          <p:cNvCxnSpPr/>
          <p:nvPr/>
        </p:nvCxnSpPr>
        <p:spPr>
          <a:xfrm>
            <a:off x="1822450" y="3276600"/>
            <a:ext cx="76200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 стрелкой 124"/>
          <p:cNvCxnSpPr/>
          <p:nvPr/>
        </p:nvCxnSpPr>
        <p:spPr>
          <a:xfrm flipV="1">
            <a:off x="3727450" y="2057400"/>
            <a:ext cx="7620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Прямая со стрелкой 125"/>
          <p:cNvCxnSpPr/>
          <p:nvPr/>
        </p:nvCxnSpPr>
        <p:spPr>
          <a:xfrm flipV="1">
            <a:off x="3651250" y="2286000"/>
            <a:ext cx="838200" cy="1447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Прямая со стрелкой 128"/>
          <p:cNvCxnSpPr/>
          <p:nvPr/>
        </p:nvCxnSpPr>
        <p:spPr>
          <a:xfrm>
            <a:off x="3803650" y="533400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Прямая со стрелкой 129"/>
          <p:cNvCxnSpPr/>
          <p:nvPr/>
        </p:nvCxnSpPr>
        <p:spPr>
          <a:xfrm>
            <a:off x="7537450" y="6324600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Прямая со стрелкой 131"/>
          <p:cNvCxnSpPr/>
          <p:nvPr/>
        </p:nvCxnSpPr>
        <p:spPr>
          <a:xfrm flipV="1">
            <a:off x="7461250" y="2590800"/>
            <a:ext cx="7620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Прямая со стрелкой 132"/>
          <p:cNvCxnSpPr/>
          <p:nvPr/>
        </p:nvCxnSpPr>
        <p:spPr>
          <a:xfrm>
            <a:off x="7461250" y="3352800"/>
            <a:ext cx="76200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bject 70">
            <a:extLst>
              <a:ext uri="{FF2B5EF4-FFF2-40B4-BE49-F238E27FC236}">
                <a16:creationId xmlns:a16="http://schemas.microsoft.com/office/drawing/2014/main" id="{3F448681-008C-EDF7-2538-9B8E4FF129FC}"/>
              </a:ext>
            </a:extLst>
          </p:cNvPr>
          <p:cNvSpPr txBox="1"/>
          <p:nvPr/>
        </p:nvSpPr>
        <p:spPr>
          <a:xfrm>
            <a:off x="4477072" y="5037392"/>
            <a:ext cx="1371250" cy="33470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Этап 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(шаг /подпроцесс) </a:t>
            </a:r>
            <a:r>
              <a:rPr sz="10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00" spc="-55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object 70">
            <a:extLst>
              <a:ext uri="{FF2B5EF4-FFF2-40B4-BE49-F238E27FC236}">
                <a16:creationId xmlns:a16="http://schemas.microsoft.com/office/drawing/2014/main" id="{E13AE0DC-0BC1-972D-E42A-0915A734F6BF}"/>
              </a:ext>
            </a:extLst>
          </p:cNvPr>
          <p:cNvSpPr txBox="1"/>
          <p:nvPr/>
        </p:nvSpPr>
        <p:spPr>
          <a:xfrm>
            <a:off x="4460132" y="6100577"/>
            <a:ext cx="1371250" cy="33470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Этап 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(шаг /подпроцесс) </a:t>
            </a:r>
            <a:r>
              <a:rPr sz="10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00" spc="-55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B3F9DDF-BF2B-DD5B-05B7-4BC8DFD219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251755"/>
              </p:ext>
            </p:extLst>
          </p:nvPr>
        </p:nvGraphicFramePr>
        <p:xfrm>
          <a:off x="755650" y="762000"/>
          <a:ext cx="8763000" cy="5028700"/>
        </p:xfrm>
        <a:graphic>
          <a:graphicData uri="http://schemas.openxmlformats.org/drawingml/2006/table">
            <a:tbl>
              <a:tblPr firstRow="1" firstCol="1" bandRow="1"/>
              <a:tblGrid>
                <a:gridCol w="1752600">
                  <a:extLst>
                    <a:ext uri="{9D8B030D-6E8A-4147-A177-3AD203B41FA5}">
                      <a16:colId xmlns:a16="http://schemas.microsoft.com/office/drawing/2014/main" val="58391811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658362222"/>
                    </a:ext>
                  </a:extLst>
                </a:gridCol>
                <a:gridCol w="2127915">
                  <a:extLst>
                    <a:ext uri="{9D8B030D-6E8A-4147-A177-3AD203B41FA5}">
                      <a16:colId xmlns:a16="http://schemas.microsoft.com/office/drawing/2014/main" val="419306198"/>
                    </a:ext>
                  </a:extLst>
                </a:gridCol>
                <a:gridCol w="1472638">
                  <a:extLst>
                    <a:ext uri="{9D8B030D-6E8A-4147-A177-3AD203B41FA5}">
                      <a16:colId xmlns:a16="http://schemas.microsoft.com/office/drawing/2014/main" val="1037340672"/>
                    </a:ext>
                  </a:extLst>
                </a:gridCol>
                <a:gridCol w="1657247">
                  <a:extLst>
                    <a:ext uri="{9D8B030D-6E8A-4147-A177-3AD203B41FA5}">
                      <a16:colId xmlns:a16="http://schemas.microsoft.com/office/drawing/2014/main" val="1018171904"/>
                    </a:ext>
                  </a:extLst>
                </a:gridCol>
              </a:tblGrid>
              <a:tr h="1120589">
                <a:tc gridSpan="5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b="1" u="sng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Название процесса: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b="1" u="sng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Цель процесса</a:t>
                      </a:r>
                      <a:r>
                        <a:rPr lang="ru-RU" sz="12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: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510677"/>
                  </a:ext>
                </a:extLst>
              </a:tr>
              <a:tr h="79913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SUPPLIER</a:t>
                      </a:r>
                      <a:br>
                        <a:rPr lang="ru-RU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ru-RU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(ПОСТАВЩИК)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C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INPUT</a:t>
                      </a:r>
                      <a:br>
                        <a:rPr lang="ru-RU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ru-RU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(ВХОДЫ)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C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PROCESS</a:t>
                      </a:r>
                      <a:br>
                        <a:rPr lang="ru-RU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ru-RU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(ПРОЦЕСС)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C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OUTPUT</a:t>
                      </a:r>
                      <a:br>
                        <a:rPr lang="ru-RU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ru-RU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(ВЫХОДЫ)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C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CUSTOMER</a:t>
                      </a:r>
                      <a:br>
                        <a:rPr lang="ru-RU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ru-RU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(ЗАКАЗЧИК, КЛИЕНТ)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649411"/>
                  </a:ext>
                </a:extLst>
              </a:tr>
              <a:tr h="128068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1" i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Укажите поставщиков (отметить первичных и вторичных)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1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Опишите основные входы процесса</a:t>
                      </a:r>
                      <a:endParaRPr lang="ru-RU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1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 отметить первичные и вторичные)</a:t>
                      </a:r>
                      <a:endParaRPr lang="ru-RU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1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Кратко опишите процесс</a:t>
                      </a:r>
                      <a:endParaRPr lang="ru-RU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1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Опишите основные выходы процесса</a:t>
                      </a:r>
                      <a:endParaRPr lang="ru-RU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1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 отметить первичные и вторичные)</a:t>
                      </a:r>
                      <a:endParaRPr lang="ru-RU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1" i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Укажите потребителей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1" i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(отметить первичных и вторичных)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882354"/>
                  </a:ext>
                </a:extLst>
              </a:tr>
              <a:tr h="36566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lvl="0" indent="-228600" algn="just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ru-RU" sz="1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Этап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684128"/>
                  </a:ext>
                </a:extLst>
              </a:tr>
              <a:tr h="36566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1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 Этап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749634"/>
                  </a:ext>
                </a:extLst>
              </a:tr>
              <a:tr h="36566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endParaRPr lang="ru-RU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5951584"/>
                  </a:ext>
                </a:extLst>
              </a:tr>
              <a:tr h="36566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endParaRPr lang="ru-RU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104684"/>
                  </a:ext>
                </a:extLst>
              </a:tr>
              <a:tr h="36566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endParaRPr lang="ru-RU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227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5666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166</Words>
  <Application>Microsoft Office PowerPoint</Application>
  <PresentationFormat>Произвольный</PresentationFormat>
  <Paragraphs>68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Ярослав Горчаков</cp:lastModifiedBy>
  <cp:revision>7</cp:revision>
  <dcterms:created xsi:type="dcterms:W3CDTF">2023-05-16T12:12:22Z</dcterms:created>
  <dcterms:modified xsi:type="dcterms:W3CDTF">2026-05-23T03:43:30Z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2021-10-27T00:00:00Z</vt:filetime>
  </property>
  <property fmtid="{D5CDD505-2E9C-101B-9397-08002B2CF9AE}" pid="3" name="Creator">
    <vt:lpwstr>Chromium</vt:lpwstr>
  </property>
  <property fmtid="{D5CDD505-2E9C-101B-9397-08002B2CF9AE}" pid="4" name="LastSaved">
    <vt:filetime>2023-05-16T00:00:00Z</vt:filetime>
  </property>
</Properties>
</file>